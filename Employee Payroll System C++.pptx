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2.xml" ContentType="application/vnd.openxmlformats-officedocument.presentationml.notesSlide+xml"/>
  <Override PartName="/ppt/slides/slide10.xml" ContentType="application/vnd.openxmlformats-officedocument.presentationml.slide+xml"/>
  <Override PartName="/ppt/notesSlides/notesSlide3.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showSpecialPlsOnTitleSld="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type="screen16x9" cy="6858000" cx="12192000"/>
  <p:notesSz cx="6858000" cy="12192000"/>
  <p:embeddedFontLst>
    <p:embeddedFont>
      <p:font typeface="Aharoni" panose="02010803020104030203" pitchFamily="2" charset="-79"/>
      <p:bold r:id="rId16"/>
    </p:embeddedFont>
    <p:embeddedFont>
      <p:font typeface="Arial Rounded MT Bold" panose="020F0704030504030204" pitchFamily="34" charset="0"/>
      <p:regular r:id="rId17"/>
    </p:embeddedFont>
    <p:embeddedFont>
      <p:font typeface="Maiandra GD" panose="020E0502030308020204" pitchFamily="34" charset="0"/>
      <p:regular r:id="rId18"/>
    </p:embeddedFont>
  </p:embeddedFontLst>
  <p:defaultTextStyle>
    <a:defPPr>
      <a:defRPr lang="en-US"/>
    </a:defPPr>
    <a:lvl1pPr algn="l" lvl="0" marL="0" rtl="0">
      <a:defRPr dirty="0" sz="1800" lang="en-US">
        <a:solidFill>
          <a:schemeClr val="tx1"/>
        </a:solidFill>
        <a:latin typeface="+mn-lt"/>
      </a:defRPr>
    </a:lvl1pPr>
    <a:lvl2pPr algn="l" lvl="1" marL="457200" rtl="0">
      <a:defRPr dirty="0" sz="1800" lang="en-US">
        <a:solidFill>
          <a:schemeClr val="tx1"/>
        </a:solidFill>
        <a:latin typeface="+mn-lt"/>
      </a:defRPr>
    </a:lvl2pPr>
    <a:lvl3pPr algn="l" lvl="2" marL="914400" rtl="0">
      <a:defRPr dirty="0" sz="1800" lang="en-US">
        <a:solidFill>
          <a:schemeClr val="tx1"/>
        </a:solidFill>
        <a:latin typeface="+mn-lt"/>
      </a:defRPr>
    </a:lvl3pPr>
    <a:lvl4pPr algn="l" lvl="3" marL="1371600" rtl="0">
      <a:defRPr dirty="0" sz="1800" lang="en-US">
        <a:solidFill>
          <a:schemeClr val="tx1"/>
        </a:solidFill>
        <a:latin typeface="+mn-lt"/>
      </a:defRPr>
    </a:lvl4pPr>
    <a:lvl5pPr algn="l" lvl="4" marL="1828800" rtl="0">
      <a:defRPr dirty="0" sz="1800" lang="en-US">
        <a:solidFill>
          <a:schemeClr val="tx1"/>
        </a:solidFill>
        <a:latin typeface="+mn-lt"/>
      </a:defRPr>
    </a:lvl5pPr>
    <a:lvl6pPr algn="l" lvl="5" marL="2286000" rtl="0">
      <a:defRPr dirty="0" sz="1800" lang="en-US">
        <a:solidFill>
          <a:schemeClr val="tx1"/>
        </a:solidFill>
        <a:latin typeface="+mn-lt"/>
      </a:defRPr>
    </a:lvl6pPr>
    <a:lvl7pPr algn="l" lvl="6" marL="2743200" rtl="0">
      <a:defRPr dirty="0" sz="1800" lang="en-US">
        <a:solidFill>
          <a:schemeClr val="tx1"/>
        </a:solidFill>
        <a:latin typeface="+mn-lt"/>
      </a:defRPr>
    </a:lvl7pPr>
    <a:lvl8pPr algn="l" lvl="7" marL="3200400" rtl="0">
      <a:defRPr dirty="0" sz="1800" lang="en-US">
        <a:solidFill>
          <a:schemeClr val="tx1"/>
        </a:solidFill>
        <a:latin typeface="+mn-lt"/>
      </a:defRPr>
    </a:lvl8pPr>
    <a:lvl9pPr algn="l" lvl="8" marL="3657600" rtl="0">
      <a:defRPr dirty="0" sz="1800" lang="en-US">
        <a:solidFill>
          <a:schemeClr val="tx1"/>
        </a:solidFill>
        <a:latin typeface="+mn-lt"/>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00FF"/>
  </p:clrMru>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0763" autoAdjust="0"/>
    <p:restoredTop sz="86405" autoAdjust="0"/>
  </p:normalViewPr>
  <p:slideViewPr>
    <p:cSldViewPr>
      <p:cViewPr varScale="1">
        <p:scale>
          <a:sx n="71" d="100"/>
          <a:sy n="71" d="100"/>
        </p:scale>
        <p:origin x="133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1" name=""/>
        <p:cNvGrpSpPr/>
        <p:nvPr/>
      </p:nvGrpSpPr>
      <p:grpSpPr>
        <a:xfrm>
          <a:off x="0" y="0"/>
          <a:ext cx="0" cy="0"/>
          <a:chOff x="0" y="0"/>
          <a:chExt cx="0" cy="0"/>
        </a:xfrm>
      </p:grpSpPr>
      <p:sp>
        <p:nvSpPr>
          <p:cNvPr id="1048660" name="Header Placeholder 1"/>
          <p:cNvSpPr>
            <a:spLocks noGrp="1"/>
          </p:cNvSpPr>
          <p:nvPr>
            <p:ph type="hdr" sz="quarter"/>
          </p:nvPr>
        </p:nvSpPr>
        <p:spPr>
          <a:xfrm>
            <a:off x="0" y="0"/>
            <a:ext cx="1671638" cy="815623"/>
          </a:xfrm>
          <a:prstGeom prst="rect"/>
        </p:spPr>
        <p:txBody>
          <a:bodyPr bIns="45720" lIns="91440" rIns="91440" rtlCol="0" tIns="45720" vert="horz"/>
          <a:lstStyle>
            <a:lvl1pPr algn="l">
              <a:defRPr sz="1200"/>
            </a:lvl1pPr>
          </a:lstStyle>
          <a:p>
            <a:endParaRPr lang="en-US"/>
          </a:p>
        </p:txBody>
      </p:sp>
      <p:sp>
        <p:nvSpPr>
          <p:cNvPr id="1048661" name="Date Placeholder 2"/>
          <p:cNvSpPr>
            <a:spLocks noGrp="1"/>
          </p:cNvSpPr>
          <p:nvPr>
            <p:ph type="dt" idx="1"/>
          </p:nvPr>
        </p:nvSpPr>
        <p:spPr>
          <a:xfrm>
            <a:off x="2185095" y="0"/>
            <a:ext cx="1671638" cy="815623"/>
          </a:xfrm>
          <a:prstGeom prst="rect"/>
        </p:spPr>
        <p:txBody>
          <a:bodyPr bIns="45720" lIns="91440" rIns="91440" rtlCol="0" tIns="45720" vert="horz"/>
          <a:lstStyle>
            <a:lvl1pPr algn="r">
              <a:defRPr sz="1200"/>
            </a:lvl1pPr>
          </a:lstStyle>
          <a:p>
            <a:fld id="{44B65459-4C01-9248-BDAA-F28591FAF6F5}" type="datetimeFigureOut">
              <a:rPr lang="en-US" smtClean="0"/>
              <a:t>9/29/2026</a:t>
            </a:fld>
            <a:endParaRPr lang="en-US"/>
          </a:p>
        </p:txBody>
      </p:sp>
      <p:sp>
        <p:nvSpPr>
          <p:cNvPr id="1048662" name="Slide Image Placeholder 3"/>
          <p:cNvSpPr>
            <a:spLocks noChangeAspect="1" noRot="1" noGrp="1"/>
          </p:cNvSpPr>
          <p:nvPr>
            <p:ph type="sldImg" idx="2"/>
          </p:nvPr>
        </p:nvSpPr>
        <p:spPr>
          <a:xfrm>
            <a:off x="-2947988" y="2032000"/>
            <a:ext cx="9753601" cy="5486400"/>
          </a:xfrm>
          <a:prstGeom prst="rect"/>
          <a:noFill/>
          <a:ln w="12700">
            <a:solidFill>
              <a:prstClr val="black"/>
            </a:solidFill>
          </a:ln>
        </p:spPr>
        <p:txBody>
          <a:bodyPr anchor="ctr" bIns="45720" lIns="91440" rIns="91440" rtlCol="0" tIns="45720" vert="horz"/>
          <a:p>
            <a:endParaRPr lang="en-US"/>
          </a:p>
        </p:txBody>
      </p:sp>
      <p:sp>
        <p:nvSpPr>
          <p:cNvPr id="1048663" name="Notes Placeholder 4"/>
          <p:cNvSpPr>
            <a:spLocks noGrp="1"/>
          </p:cNvSpPr>
          <p:nvPr>
            <p:ph type="body" sz="quarter" idx="3"/>
          </p:nvPr>
        </p:nvSpPr>
        <p:spPr>
          <a:xfrm>
            <a:off x="385763" y="7823200"/>
            <a:ext cx="3086100" cy="640080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4" name="Footer Placeholder 5"/>
          <p:cNvSpPr>
            <a:spLocks noGrp="1"/>
          </p:cNvSpPr>
          <p:nvPr>
            <p:ph type="ftr" sz="quarter" idx="4"/>
          </p:nvPr>
        </p:nvSpPr>
        <p:spPr>
          <a:xfrm>
            <a:off x="0" y="15440380"/>
            <a:ext cx="1671638" cy="815621"/>
          </a:xfrm>
          <a:prstGeom prst="rect"/>
        </p:spPr>
        <p:txBody>
          <a:bodyPr anchor="b" bIns="45720" lIns="91440" rIns="91440" rtlCol="0" tIns="45720" vert="horz"/>
          <a:lstStyle>
            <a:lvl1pPr algn="l">
              <a:defRPr sz="1200"/>
            </a:lvl1pPr>
          </a:lstStyle>
          <a:p>
            <a:endParaRPr lang="en-US"/>
          </a:p>
        </p:txBody>
      </p:sp>
      <p:sp>
        <p:nvSpPr>
          <p:cNvPr id="1048665" name="Slide Number Placeholder 6"/>
          <p:cNvSpPr>
            <a:spLocks noGrp="1"/>
          </p:cNvSpPr>
          <p:nvPr>
            <p:ph type="sldNum" sz="quarter" idx="5"/>
          </p:nvPr>
        </p:nvSpPr>
        <p:spPr>
          <a:xfrm>
            <a:off x="2185095" y="15440380"/>
            <a:ext cx="1671638" cy="815621"/>
          </a:xfrm>
          <a:prstGeom prst="rect"/>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589" name="shape1"/>
          <p:cNvSpPr>
            <a:spLocks noGrp="1" noChangeArrowheads="1"/>
          </p:cNvSpPr>
          <p:nvPr>
            <p:ph type="body" idx="1"/>
          </p:nvPr>
        </p:nvSpPr>
        <p:spPr>
          <a:noFill/>
        </p:spPr>
        <p:txBody>
          <a:bodyPr rtlCol="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34" name="Slide Image Placeholder 1"/>
          <p:cNvSpPr>
            <a:spLocks noChangeAspect="1" noRot="1" noGrp="1"/>
          </p:cNvSpPr>
          <p:nvPr>
            <p:ph type="sldImg"/>
          </p:nvPr>
        </p:nvSpPr>
        <p:spPr/>
      </p:sp>
      <p:sp>
        <p:nvSpPr>
          <p:cNvPr id="1048635" name="Notes Placeholder 2"/>
          <p:cNvSpPr>
            <a:spLocks noGrp="1"/>
          </p:cNvSpPr>
          <p:nvPr>
            <p:ph type="body" idx="1"/>
          </p:nvPr>
        </p:nvSpPr>
        <p:spPr/>
        <p:txBody>
          <a:bodyPr/>
          <a:p>
            <a:endParaRPr dirty="0" lang="en-US"/>
          </a:p>
        </p:txBody>
      </p:sp>
      <p:sp>
        <p:nvSpPr>
          <p:cNvPr id="1048636" name="Slide Number Placeholder 3"/>
          <p:cNvSpPr>
            <a:spLocks noGrp="1"/>
          </p:cNvSpPr>
          <p:nvPr>
            <p:ph type="sldNum" sz="quarter" idx="5"/>
          </p:nvPr>
        </p:nvSpPr>
        <p:spPr/>
        <p:txBody>
          <a:bodyPr/>
          <a:p>
            <a:fld id="{69327042-6B61-B148-8485-8BBBFAA13D24}" type="slidenum">
              <a:rPr lang="en-US" smtClean="0"/>
              <a:t>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42" name="Slide Image Placeholder 1"/>
          <p:cNvSpPr>
            <a:spLocks noChangeAspect="1" noRot="1" noGrp="1"/>
          </p:cNvSpPr>
          <p:nvPr>
            <p:ph type="sldImg"/>
          </p:nvPr>
        </p:nvSpPr>
        <p:spPr/>
      </p:sp>
      <p:sp>
        <p:nvSpPr>
          <p:cNvPr id="1048643" name="Notes Placeholder 2"/>
          <p:cNvSpPr>
            <a:spLocks noGrp="1"/>
          </p:cNvSpPr>
          <p:nvPr>
            <p:ph type="body" idx="1"/>
          </p:nvPr>
        </p:nvSpPr>
        <p:spPr/>
        <p:txBody>
          <a:bodyPr/>
          <a:p>
            <a:endParaRPr dirty="0" lang="en-US"/>
          </a:p>
        </p:txBody>
      </p:sp>
      <p:sp>
        <p:nvSpPr>
          <p:cNvPr id="1048644" name="Slide Number Placeholder 3"/>
          <p:cNvSpPr>
            <a:spLocks noGrp="1"/>
          </p:cNvSpPr>
          <p:nvPr>
            <p:ph type="sldNum" sz="quarter" idx="5"/>
          </p:nvPr>
        </p:nvSpPr>
        <p:spPr/>
        <p:txBody>
          <a:bodyPr/>
          <a:p>
            <a:fld id="{69327042-6B61-B148-8485-8BBBFAA13D24}" type="slidenum">
              <a:rPr lang="en-US" smtClean="0"/>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6" name=""/>
        <p:cNvGrpSpPr/>
        <p:nvPr/>
      </p:nvGrpSpPr>
      <p:grpSpPr>
        <a:xfrm>
          <a:off x="0" y="0"/>
          <a:ext cx="0" cy="0"/>
          <a:chOff x="0" y="0"/>
          <a:chExt cx="0" cy="0"/>
        </a:xfrm>
      </p:grpSpPr>
      <p:sp>
        <p:nvSpPr>
          <p:cNvPr id="1048581" name="Title 1"/>
          <p:cNvSpPr>
            <a:spLocks noGrp="1"/>
          </p:cNvSpPr>
          <p:nvPr>
            <p:ph type="title"/>
          </p:nvPr>
        </p:nvSpPr>
        <p:spPr>
          <a:xfrm>
            <a:off x="1524000" y="1854199"/>
            <a:ext cx="9144000" cy="1655763"/>
          </a:xfrm>
        </p:spPr>
        <p:txBody>
          <a:bodyPr anchor="b" rtlCol="0"/>
          <a:lstStyle>
            <a:lvl1pPr algn="ctr" lvl="0">
              <a:defRPr dirty="0" sz="6000" lang="en-US"/>
            </a:lvl1pPr>
          </a:lstStyle>
          <a:p>
            <a:r>
              <a:rPr dirty="0" lang="en-US"/>
              <a:t>Click to edit Master title style</a:t>
            </a:r>
          </a:p>
        </p:txBody>
      </p:sp>
      <p:sp>
        <p:nvSpPr>
          <p:cNvPr id="1048582" name="Subtitle 2"/>
          <p:cNvSpPr>
            <a:spLocks noGrp="1"/>
          </p:cNvSpPr>
          <p:nvPr>
            <p:ph type="subTitle" idx="1"/>
          </p:nvPr>
        </p:nvSpPr>
        <p:spPr>
          <a:xfrm>
            <a:off x="1524000" y="3602038"/>
            <a:ext cx="9144000" cy="1655762"/>
          </a:xfrm>
        </p:spPr>
        <p:txBody>
          <a:bodyPr rtlCol="0"/>
          <a:lstStyle>
            <a:lvl1pPr algn="ctr" indent="0" lvl="0" marL="0">
              <a:buNone/>
              <a:defRPr dirty="0" sz="2400" lang="en-US"/>
            </a:lvl1pPr>
            <a:lvl2pPr algn="ctr" indent="0" lvl="1" marL="457200">
              <a:buNone/>
              <a:defRPr dirty="0" sz="2000" lang="en-US"/>
            </a:lvl2pPr>
            <a:lvl3pPr algn="ctr" indent="0" lvl="2" marL="914400">
              <a:buNone/>
              <a:defRPr dirty="0" sz="1800" lang="en-US"/>
            </a:lvl3pPr>
            <a:lvl4pPr algn="ctr" indent="0" lvl="3" marL="1371600">
              <a:buNone/>
              <a:defRPr dirty="0" sz="1600" lang="en-US"/>
            </a:lvl4pPr>
            <a:lvl5pPr algn="ctr" indent="0" lvl="4" marL="1828800">
              <a:buNone/>
              <a:defRPr dirty="0" sz="1600" lang="en-US"/>
            </a:lvl5pPr>
            <a:lvl6pPr algn="ctr" indent="0" lvl="5" marL="2286000">
              <a:buNone/>
              <a:defRPr dirty="0" sz="1600" lang="en-US"/>
            </a:lvl6pPr>
            <a:lvl7pPr algn="ctr" indent="0" lvl="6" marL="2743200">
              <a:buNone/>
              <a:defRPr dirty="0" sz="1600" lang="en-US"/>
            </a:lvl7pPr>
            <a:lvl8pPr algn="ctr" indent="0" lvl="7" marL="3200400">
              <a:buNone/>
              <a:defRPr dirty="0" sz="1600" lang="en-US"/>
            </a:lvl8pPr>
            <a:lvl9pPr algn="ctr" indent="0" lvl="8" marL="3657600">
              <a:buNone/>
              <a:defRPr dirty="0" sz="1600" lang="en-US"/>
            </a:lvl9pPr>
          </a:lstStyle>
          <a:p>
            <a:r>
              <a:rPr dirty="0" lang="en-US"/>
              <a:t>Click to edit Master subtitle style</a:t>
            </a:r>
          </a:p>
        </p:txBody>
      </p:sp>
      <p:pic>
        <p:nvPicPr>
          <p:cNvPr id="2097152" name="Picture 3"/>
          <p:cNvPicPr>
            <a:picLocks noChangeAspect="1"/>
          </p:cNvPicPr>
          <p:nvPr userDrawn="1"/>
        </p:nvPicPr>
        <p:blipFill>
          <a:blip xmlns:r="http://schemas.openxmlformats.org/officeDocument/2006/relationships" r:embed="rId1"/>
          <a:stretch>
            <a:fillRect/>
          </a:stretch>
        </p:blipFill>
        <p:spPr>
          <a:xfrm>
            <a:off x="2567608" y="592088"/>
            <a:ext cx="7609140" cy="1008112"/>
          </a:xfrm>
          <a:prstGeom prst="rect"/>
          <a:noFill/>
        </p:spPr>
      </p:pic>
      <p:sp>
        <p:nvSpPr>
          <p:cNvPr id="1048583" name="Footer Placeholder 4"/>
          <p:cNvSpPr>
            <a:spLocks noGrp="1"/>
          </p:cNvSpPr>
          <p:nvPr>
            <p:ph type="ftr" sz="quarter" idx="11"/>
          </p:nvPr>
        </p:nvSpPr>
        <p:spPr/>
        <p:txBody>
          <a:bodyPr rtlCol="0"/>
          <a:lstStyle>
            <a:lvl1pPr lvl="0"/>
          </a:lstStyle>
          <a:p>
            <a:r>
              <a:rPr lang="en-US"/>
              <a:t>PBL Course Name: Object Oriented Programming through C++(2501CS08)     REVIEW-1</a:t>
            </a:r>
            <a:endParaRPr dirty="0" lang="en-US"/>
          </a:p>
        </p:txBody>
      </p:sp>
      <p:sp>
        <p:nvSpPr>
          <p:cNvPr id="1048584" name="Slide Number Placeholder 5"/>
          <p:cNvSpPr>
            <a:spLocks noGrp="1"/>
          </p:cNvSpPr>
          <p:nvPr>
            <p:ph type="sldNum" sz="quarter" idx="12"/>
          </p:nvPr>
        </p:nvSpPr>
        <p:spPr/>
        <p:txBody>
          <a:bodyPr rtlCol="0"/>
          <a:lstStyle>
            <a:lvl1pPr lvl="0"/>
          </a:lstStyle>
          <a:p>
            <a:r>
              <a:rPr dirty="0" lang="en-US"/>
              <a:t>&lt;#&gt;</a:t>
            </a:r>
          </a:p>
        </p:txBody>
      </p:sp>
      <p:sp>
        <p:nvSpPr>
          <p:cNvPr id="1048585" name="Date Placeholder 3"/>
          <p:cNvSpPr>
            <a:spLocks noGrp="1"/>
          </p:cNvSpPr>
          <p:nvPr>
            <p:ph type="dt" sz="half" idx="10"/>
          </p:nvPr>
        </p:nvSpPr>
        <p:spPr/>
        <p:txBody>
          <a:bodyPr rtlCol="0"/>
          <a:lstStyle>
            <a:lvl1pPr lvl="0"/>
          </a:lstStyle>
          <a:p>
            <a:fld id="{23B885CB-12B0-4AB7-A523-856A576656C9}" type="datetime1">
              <a:rPr lang="en-US" smtClean="0"/>
              <a:t>9/29/2026</a:t>
            </a:fld>
            <a:endParaRPr dirty="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23" name=""/>
        <p:cNvGrpSpPr/>
        <p:nvPr/>
      </p:nvGrpSpPr>
      <p:grpSpPr>
        <a:xfrm>
          <a:off x="0" y="0"/>
          <a:ext cx="0" cy="0"/>
          <a:chOff x="0" y="0"/>
          <a:chExt cx="0" cy="0"/>
        </a:xfrm>
      </p:grpSpPr>
      <p:sp>
        <p:nvSpPr>
          <p:cNvPr id="1048590" name="Content Placeholder 2"/>
          <p:cNvSpPr>
            <a:spLocks noGrp="1"/>
          </p:cNvSpPr>
          <p:nvPr>
            <p:ph/>
          </p:nvPr>
        </p:nvSpPr>
        <p:spPr>
          <a:xfrm>
            <a:off x="869085" y="1561876"/>
            <a:ext cx="10515600" cy="4531419"/>
          </a:xfrm>
        </p:spPr>
        <p:txBody>
          <a:bodyPr rtlCol="0"/>
          <a:lstStyle>
            <a:lvl1pPr indent="0" lvl="0" marL="457200">
              <a:buNone/>
            </a:lvl1pPr>
            <a:lvl2pPr indent="0" lvl="1" marL="914400">
              <a:buNone/>
            </a:lvl2pPr>
            <a:lvl3pPr indent="0" lvl="2" marL="1371600">
              <a:buNone/>
            </a:lvl3pPr>
            <a:lvl4pPr indent="0" lvl="3" marL="1828800">
              <a:buNone/>
            </a:lvl4pPr>
          </a:lstStyle>
          <a:p>
            <a:pPr lvl="0"/>
            <a:r>
              <a:rPr dirty="0" lang="en-US"/>
              <a:t>Click to edit Master text styles</a:t>
            </a:r>
          </a:p>
        </p:txBody>
      </p:sp>
      <p:sp>
        <p:nvSpPr>
          <p:cNvPr id="1048591" name="Date Placeholder 2"/>
          <p:cNvSpPr>
            <a:spLocks noGrp="1"/>
          </p:cNvSpPr>
          <p:nvPr>
            <p:ph type="dt" sz="half" idx="1"/>
          </p:nvPr>
        </p:nvSpPr>
        <p:spPr>
          <a:xfrm>
            <a:off x="695400" y="6278769"/>
            <a:ext cx="1656183" cy="365125"/>
          </a:xfrm>
          <a:ln>
            <a:noFill/>
          </a:ln>
        </p:spPr>
        <p:txBody>
          <a:bodyPr rtlCol="0"/>
          <a:lstStyle>
            <a:lvl1pPr lvl="0">
              <a:defRPr b="1" dirty="0" lang="en-US">
                <a:solidFill>
                  <a:schemeClr val="bg1">
                    <a:lumMod val="50000"/>
                  </a:schemeClr>
                </a:solidFill>
                <a:latin typeface="+mn-lt"/>
              </a:defRPr>
            </a:lvl1pPr>
          </a:lstStyle>
          <a:p>
            <a:fld id="{C20F1802-9C65-458A-8FBF-F4B557FF2340}" type="datetime1">
              <a:rPr lang="en-US" smtClean="0"/>
              <a:t>9/29/2026</a:t>
            </a:fld>
            <a:endParaRPr dirty="0" lang="en-US"/>
          </a:p>
        </p:txBody>
      </p:sp>
      <p:sp>
        <p:nvSpPr>
          <p:cNvPr id="1048592" name="Footer Placeholder 3"/>
          <p:cNvSpPr>
            <a:spLocks noGrp="1"/>
          </p:cNvSpPr>
          <p:nvPr>
            <p:ph type="ftr" sz="quarter" idx="2"/>
          </p:nvPr>
        </p:nvSpPr>
        <p:spPr>
          <a:xfrm>
            <a:off x="2567608" y="6278771"/>
            <a:ext cx="6912768" cy="365125"/>
          </a:xfrm>
          <a:ln>
            <a:noFill/>
          </a:ln>
        </p:spPr>
        <p:txBody>
          <a:bodyPr rtlCol="0"/>
          <a:lstStyle>
            <a:lvl1pPr lvl="0">
              <a:defRPr b="1" dirty="0" lang="en-US">
                <a:solidFill>
                  <a:schemeClr val="bg1">
                    <a:lumMod val="50000"/>
                  </a:schemeClr>
                </a:solidFill>
                <a:latin typeface="+mn-lt"/>
              </a:defRPr>
            </a:lvl1pPr>
          </a:lstStyle>
          <a:p>
            <a:r>
              <a:rPr lang="en-US"/>
              <a:t>PBL Course Name: Object Oriented Programming through C++(2501CS08)     REVIEW-1</a:t>
            </a:r>
            <a:endParaRPr dirty="0" lang="en-US"/>
          </a:p>
        </p:txBody>
      </p:sp>
      <p:pic>
        <p:nvPicPr>
          <p:cNvPr id="2097153" name="Picture 2"/>
          <p:cNvPicPr>
            <a:picLocks noChangeAspect="1" noChangeArrowheads="1"/>
          </p:cNvPicPr>
          <p:nvPr userDrawn="1"/>
        </p:nvPicPr>
        <p:blipFill>
          <a:blip xmlns:r="http://schemas.openxmlformats.org/officeDocument/2006/relationships" r:embed="rId1"/>
          <a:stretch>
            <a:fillRect/>
          </a:stretch>
        </p:blipFill>
        <p:spPr>
          <a:xfrm>
            <a:off x="-240709" y="-243408"/>
            <a:ext cx="3249644" cy="1800000"/>
          </a:xfrm>
          <a:prstGeom prst="rect"/>
          <a:noFill/>
        </p:spPr>
      </p:pic>
      <p:sp>
        <p:nvSpPr>
          <p:cNvPr id="1048593" name="Slide Number Placeholder 3"/>
          <p:cNvSpPr>
            <a:spLocks noGrp="1"/>
          </p:cNvSpPr>
          <p:nvPr>
            <p:ph type="sldNum" sz="quarter" idx="3"/>
          </p:nvPr>
        </p:nvSpPr>
        <p:spPr>
          <a:xfrm>
            <a:off x="10272464" y="6356350"/>
            <a:ext cx="1081336" cy="365125"/>
          </a:xfrm>
        </p:spPr>
        <p:txBody>
          <a:bodyPr rtlCol="0"/>
          <a:p>
            <a:fld id="{9359D16F-76A5-41BA-ADDD-CBF352B33DDD}" type="slidenum">
              <a:t>‹#›</a:t>
            </a:fld>
            <a:endParaRPr dirty="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0" name=""/>
        <p:cNvGrpSpPr/>
        <p:nvPr/>
      </p:nvGrpSpPr>
      <p:grpSpPr>
        <a:xfrm>
          <a:off x="0" y="0"/>
          <a:ext cx="0" cy="0"/>
          <a:chOff x="0" y="0"/>
          <a:chExt cx="0" cy="0"/>
        </a:xfrm>
      </p:grpSpPr>
      <p:pic>
        <p:nvPicPr>
          <p:cNvPr id="2097156" name="Picture 2"/>
          <p:cNvPicPr>
            <a:picLocks noChangeAspect="1" noChangeArrowheads="1"/>
          </p:cNvPicPr>
          <p:nvPr userDrawn="1"/>
        </p:nvPicPr>
        <p:blipFill>
          <a:blip xmlns:r="http://schemas.openxmlformats.org/officeDocument/2006/relationships" r:embed="rId1"/>
          <a:stretch>
            <a:fillRect/>
          </a:stretch>
        </p:blipFill>
        <p:spPr>
          <a:xfrm>
            <a:off x="-240709" y="-243408"/>
            <a:ext cx="3249644" cy="1800000"/>
          </a:xfrm>
          <a:prstGeom prst="rect"/>
          <a:noFill/>
        </p:spPr>
      </p:pic>
      <p:sp>
        <p:nvSpPr>
          <p:cNvPr id="1048657" name="Date Placeholder 2"/>
          <p:cNvSpPr>
            <a:spLocks noGrp="1"/>
          </p:cNvSpPr>
          <p:nvPr>
            <p:ph type="dt" sz="half" idx="10"/>
          </p:nvPr>
        </p:nvSpPr>
        <p:spPr>
          <a:xfrm>
            <a:off x="695400" y="6278769"/>
            <a:ext cx="1656183" cy="365125"/>
          </a:xfrm>
          <a:ln>
            <a:noFill/>
          </a:ln>
        </p:spPr>
        <p:txBody>
          <a:bodyPr rtlCol="0"/>
          <a:lstStyle>
            <a:lvl1pPr lvl="0">
              <a:defRPr b="1" dirty="0" lang="en-US">
                <a:solidFill>
                  <a:schemeClr val="bg1">
                    <a:lumMod val="50000"/>
                  </a:schemeClr>
                </a:solidFill>
                <a:latin typeface="+mn-lt"/>
              </a:defRPr>
            </a:lvl1pPr>
          </a:lstStyle>
          <a:p>
            <a:fld id="{E761D253-940C-44B0-8F51-8C8A37AEAF73}" type="datetime1">
              <a:rPr lang="en-US" smtClean="0"/>
              <a:t>9/29/2026</a:t>
            </a:fld>
            <a:endParaRPr dirty="0" lang="en-US"/>
          </a:p>
        </p:txBody>
      </p:sp>
      <p:sp>
        <p:nvSpPr>
          <p:cNvPr id="1048658" name="Footer Placeholder 3"/>
          <p:cNvSpPr>
            <a:spLocks noGrp="1"/>
          </p:cNvSpPr>
          <p:nvPr>
            <p:ph type="ftr" sz="quarter" idx="11"/>
          </p:nvPr>
        </p:nvSpPr>
        <p:spPr>
          <a:xfrm>
            <a:off x="2567608" y="6278771"/>
            <a:ext cx="6912768" cy="365125"/>
          </a:xfrm>
          <a:ln>
            <a:noFill/>
          </a:ln>
        </p:spPr>
        <p:txBody>
          <a:bodyPr rtlCol="0"/>
          <a:lstStyle>
            <a:lvl1pPr lvl="0">
              <a:defRPr b="1" dirty="0" lang="en-US">
                <a:solidFill>
                  <a:schemeClr val="bg1">
                    <a:lumMod val="50000"/>
                  </a:schemeClr>
                </a:solidFill>
                <a:latin typeface="+mn-lt"/>
              </a:defRPr>
            </a:lvl1pPr>
          </a:lstStyle>
          <a:p>
            <a:r>
              <a:rPr lang="en-US"/>
              <a:t>PBL Course Name: Object Oriented Programming through C++(2501CS08)     REVIEW-1</a:t>
            </a:r>
            <a:endParaRPr dirty="0" lang="en-US"/>
          </a:p>
        </p:txBody>
      </p:sp>
      <p:sp>
        <p:nvSpPr>
          <p:cNvPr id="1048659" name="Slide Number Placeholder 3"/>
          <p:cNvSpPr>
            <a:spLocks noGrp="1"/>
          </p:cNvSpPr>
          <p:nvPr>
            <p:ph type="sldNum" sz="quarter" idx="12"/>
          </p:nvPr>
        </p:nvSpPr>
        <p:spPr>
          <a:xfrm>
            <a:off x="10272464" y="6356350"/>
            <a:ext cx="1081336" cy="365125"/>
          </a:xfrm>
        </p:spPr>
        <p:txBody>
          <a:bodyPr rtlCol="0"/>
          <a:p>
            <a:fld id="{D9C5B093-D3DD-4808-813A-F58BF8E67773}" type="slidenum">
              <a:t>‹#›</a:t>
            </a:fld>
            <a:endParaRPr dirty="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dirty="0"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lvl="0">
              <a:defRPr dirty="0" sz="1200" lang="en-US">
                <a:solidFill>
                  <a:schemeClr val="tx1">
                    <a:tint val="75000"/>
                  </a:schemeClr>
                </a:solidFill>
              </a:defRPr>
            </a:lvl1pPr>
          </a:lstStyle>
          <a:p>
            <a:fld id="{022B5FF2-DAF6-4310-9A1D-797D39C1E342}" type="datetime1">
              <a:rPr lang="en-US" smtClean="0"/>
              <a:t>9/29/2026</a:t>
            </a:fld>
            <a:endParaRPr dirty="0"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lvl="0">
              <a:defRPr dirty="0" sz="1200" lang="en-US">
                <a:solidFill>
                  <a:schemeClr val="tx1">
                    <a:tint val="75000"/>
                  </a:schemeClr>
                </a:solidFill>
              </a:defRPr>
            </a:lvl1pPr>
          </a:lstStyle>
          <a:p>
            <a:r>
              <a:rPr lang="en-US"/>
              <a:t>PBL Course Name: Object Oriented Programming through C++(2501CS08)     REVIEW-1</a:t>
            </a:r>
            <a:endParaRPr dirty="0"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lvl="0">
              <a:defRPr dirty="0" sz="1200" lang="en-US">
                <a:solidFill>
                  <a:schemeClr val="tx1">
                    <a:tint val="75000"/>
                  </a:schemeClr>
                </a:solidFill>
              </a:defRPr>
            </a:lvl1pPr>
          </a:lstStyle>
          <a:p>
            <a:fld id="{C0FA9481-3A84-418C-9FCC-1F8C2D158F80}" type="slidenum">
              <a:t>‹#›</a:t>
            </a:fld>
            <a:endParaRPr dirty="0"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Lst>
  <p:hf dt="1" ftr="1" hdr="0" sldNum="1"/>
  <p:txStyles>
    <p:titleStyle>
      <a:lvl1pPr algn="l" lvl="0" rtl="0">
        <a:lnSpc>
          <a:spcPct val="90000"/>
        </a:lnSpc>
        <a:spcBef>
          <a:spcPct val="0"/>
        </a:spcBef>
        <a:buNone/>
        <a:defRPr dirty="0" sz="4400" lang="en-US">
          <a:solidFill>
            <a:schemeClr val="tx1"/>
          </a:solidFill>
          <a:latin typeface="+mj-lt"/>
        </a:defRPr>
      </a:lvl1pPr>
    </p:titleStyle>
    <p:bodyStyle>
      <a:lvl1pPr algn="l" indent="-228600" lvl="0" marL="228600" rtl="0">
        <a:lnSpc>
          <a:spcPct val="90000"/>
        </a:lnSpc>
        <a:spcBef>
          <a:spcPts val="1000"/>
        </a:spcBef>
        <a:buChar char="•"/>
        <a:defRPr dirty="0" sz="2800" lang="en-US">
          <a:solidFill>
            <a:schemeClr val="tx1"/>
          </a:solidFill>
          <a:latin typeface="+mn-lt"/>
        </a:defRPr>
      </a:lvl1pPr>
      <a:lvl2pPr algn="l" indent="-228600" lvl="1" marL="685800" rtl="0">
        <a:lnSpc>
          <a:spcPct val="90000"/>
        </a:lnSpc>
        <a:spcBef>
          <a:spcPts val="500"/>
        </a:spcBef>
        <a:buChar char="•"/>
        <a:defRPr dirty="0" sz="2400" lang="en-US">
          <a:solidFill>
            <a:schemeClr val="tx1"/>
          </a:solidFill>
          <a:latin typeface="+mn-lt"/>
        </a:defRPr>
      </a:lvl2pPr>
      <a:lvl3pPr algn="l" indent="-228600" lvl="2" marL="1143000" rtl="0">
        <a:lnSpc>
          <a:spcPct val="90000"/>
        </a:lnSpc>
        <a:spcBef>
          <a:spcPts val="500"/>
        </a:spcBef>
        <a:buChar char="•"/>
        <a:defRPr dirty="0" sz="2000" lang="en-US">
          <a:solidFill>
            <a:schemeClr val="tx1"/>
          </a:solidFill>
          <a:latin typeface="+mn-lt"/>
        </a:defRPr>
      </a:lvl3pPr>
      <a:lvl4pPr algn="l" indent="-228600" lvl="3" marL="1600200" rtl="0">
        <a:lnSpc>
          <a:spcPct val="90000"/>
        </a:lnSpc>
        <a:spcBef>
          <a:spcPts val="500"/>
        </a:spcBef>
        <a:buChar char="•"/>
        <a:defRPr dirty="0" sz="1800" lang="en-US">
          <a:solidFill>
            <a:schemeClr val="tx1"/>
          </a:solidFill>
          <a:latin typeface="+mn-lt"/>
        </a:defRPr>
      </a:lvl4pPr>
      <a:lvl5pPr algn="l" indent="-228600" lvl="4" marL="2057400" rtl="0">
        <a:lnSpc>
          <a:spcPct val="90000"/>
        </a:lnSpc>
        <a:spcBef>
          <a:spcPts val="500"/>
        </a:spcBef>
        <a:buChar char="•"/>
        <a:defRPr dirty="0" sz="1800" lang="en-US">
          <a:solidFill>
            <a:schemeClr val="tx1"/>
          </a:solidFill>
          <a:latin typeface="+mn-lt"/>
        </a:defRPr>
      </a:lvl5pPr>
      <a:lvl6pPr algn="l" indent="-228600" lvl="5" marL="2514600" rtl="0">
        <a:lnSpc>
          <a:spcPct val="90000"/>
        </a:lnSpc>
        <a:spcBef>
          <a:spcPts val="500"/>
        </a:spcBef>
        <a:buChar char="•"/>
        <a:defRPr dirty="0" sz="1800" lang="en-US">
          <a:solidFill>
            <a:schemeClr val="tx1"/>
          </a:solidFill>
          <a:latin typeface="+mn-lt"/>
        </a:defRPr>
      </a:lvl6pPr>
      <a:lvl7pPr algn="l" indent="-228600" lvl="6" marL="2971800" rtl="0">
        <a:lnSpc>
          <a:spcPct val="90000"/>
        </a:lnSpc>
        <a:spcBef>
          <a:spcPts val="500"/>
        </a:spcBef>
        <a:buChar char="•"/>
        <a:defRPr dirty="0" sz="1800" lang="en-US">
          <a:solidFill>
            <a:schemeClr val="tx1"/>
          </a:solidFill>
          <a:latin typeface="+mn-lt"/>
        </a:defRPr>
      </a:lvl7pPr>
      <a:lvl8pPr algn="l" indent="-228600" lvl="7" marL="3429000" rtl="0">
        <a:lnSpc>
          <a:spcPct val="90000"/>
        </a:lnSpc>
        <a:spcBef>
          <a:spcPts val="500"/>
        </a:spcBef>
        <a:buChar char="•"/>
        <a:defRPr dirty="0" sz="1800" lang="en-US">
          <a:solidFill>
            <a:schemeClr val="tx1"/>
          </a:solidFill>
          <a:latin typeface="+mn-lt"/>
        </a:defRPr>
      </a:lvl8pPr>
      <a:lvl9pPr algn="l" indent="-228600" lvl="8" marL="3886200" rtl="0">
        <a:lnSpc>
          <a:spcPct val="90000"/>
        </a:lnSpc>
        <a:spcBef>
          <a:spcPts val="500"/>
        </a:spcBef>
        <a:buChar char="•"/>
        <a:defRPr dirty="0" sz="1800" lang="en-US">
          <a:solidFill>
            <a:schemeClr val="tx1"/>
          </a:solidFill>
          <a:latin typeface="+mn-lt"/>
        </a:defRPr>
      </a:lvl9pPr>
    </p:bodyStyle>
    <p:otherStyle>
      <a:lvl1pPr algn="l" lvl="0" marL="0" rtl="0">
        <a:defRPr dirty="0" sz="1800" lang="en-US">
          <a:solidFill>
            <a:schemeClr val="tx1"/>
          </a:solidFill>
          <a:latin typeface="+mn-lt"/>
        </a:defRPr>
      </a:lvl1pPr>
      <a:lvl2pPr algn="l" lvl="1" marL="457200" rtl="0">
        <a:defRPr dirty="0" sz="1800" lang="en-US">
          <a:solidFill>
            <a:schemeClr val="tx1"/>
          </a:solidFill>
          <a:latin typeface="+mn-lt"/>
        </a:defRPr>
      </a:lvl2pPr>
      <a:lvl3pPr algn="l" lvl="2" marL="914400" rtl="0">
        <a:defRPr dirty="0" sz="1800" lang="en-US">
          <a:solidFill>
            <a:schemeClr val="tx1"/>
          </a:solidFill>
          <a:latin typeface="+mn-lt"/>
        </a:defRPr>
      </a:lvl3pPr>
      <a:lvl4pPr algn="l" lvl="3" marL="1371600" rtl="0">
        <a:defRPr dirty="0" sz="1800" lang="en-US">
          <a:solidFill>
            <a:schemeClr val="tx1"/>
          </a:solidFill>
          <a:latin typeface="+mn-lt"/>
        </a:defRPr>
      </a:lvl4pPr>
      <a:lvl5pPr algn="l" lvl="4" marL="1828800" rtl="0">
        <a:defRPr dirty="0" sz="1800" lang="en-US">
          <a:solidFill>
            <a:schemeClr val="tx1"/>
          </a:solidFill>
          <a:latin typeface="+mn-lt"/>
        </a:defRPr>
      </a:lvl5pPr>
      <a:lvl6pPr algn="l" lvl="5" marL="2286000" rtl="0">
        <a:defRPr dirty="0" sz="1800" lang="en-US">
          <a:solidFill>
            <a:schemeClr val="tx1"/>
          </a:solidFill>
          <a:latin typeface="+mn-lt"/>
        </a:defRPr>
      </a:lvl6pPr>
      <a:lvl7pPr algn="l" lvl="6" marL="2743200" rtl="0">
        <a:defRPr dirty="0" sz="1800" lang="en-US">
          <a:solidFill>
            <a:schemeClr val="tx1"/>
          </a:solidFill>
          <a:latin typeface="+mn-lt"/>
        </a:defRPr>
      </a:lvl7pPr>
      <a:lvl8pPr algn="l" lvl="7" marL="3200400" rtl="0">
        <a:defRPr dirty="0" sz="1800" lang="en-US">
          <a:solidFill>
            <a:schemeClr val="tx1"/>
          </a:solidFill>
          <a:latin typeface="+mn-lt"/>
        </a:defRPr>
      </a:lvl8pPr>
      <a:lvl9pPr algn="l" lvl="8" marL="3657600" rtl="0">
        <a:defRPr dirty="0" sz="1800" lang="en-US">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7" name=""/>
        <p:cNvGrpSpPr/>
        <p:nvPr/>
      </p:nvGrpSpPr>
      <p:grpSpPr>
        <a:xfrm>
          <a:off x="0" y="0"/>
          <a:ext cx="0" cy="0"/>
          <a:chOff x="0" y="0"/>
          <a:chExt cx="0" cy="0"/>
        </a:xfrm>
      </p:grpSpPr>
      <p:sp>
        <p:nvSpPr>
          <p:cNvPr id="1048586" name="Title 1"/>
          <p:cNvSpPr txBox="1"/>
          <p:nvPr/>
        </p:nvSpPr>
        <p:spPr>
          <a:xfrm>
            <a:off x="1055440" y="1700808"/>
            <a:ext cx="10696612" cy="1944216"/>
          </a:xfrm>
          <a:prstGeom prst="rect"/>
        </p:spPr>
        <p:txBody>
          <a:bodyPr anchor="b" bIns="45720" lIns="91440" rIns="91440" rtlCol="0" tIns="45720" vert="horz">
            <a:noAutofit/>
          </a:bodyPr>
          <a:p>
            <a:pPr algn="ctr" lvl="0">
              <a:lnSpc>
                <a:spcPct val="90000"/>
              </a:lnSpc>
              <a:spcBef>
                <a:spcPct val="0"/>
              </a:spcBef>
            </a:pPr>
            <a:endParaRPr dirty="0" sz="4000" lang="en-US">
              <a:solidFill>
                <a:srgbClr val="00B050"/>
              </a:solidFill>
              <a:latin typeface="Arial Rounded MT Bold"/>
            </a:endParaRPr>
          </a:p>
        </p:txBody>
      </p:sp>
      <p:sp>
        <p:nvSpPr>
          <p:cNvPr id="1048587" name="Title 1"/>
          <p:cNvSpPr txBox="1"/>
          <p:nvPr/>
        </p:nvSpPr>
        <p:spPr>
          <a:xfrm>
            <a:off x="152400" y="2553657"/>
            <a:ext cx="10696612" cy="936104"/>
          </a:xfrm>
          <a:prstGeom prst="rect"/>
        </p:spPr>
        <p:txBody>
          <a:bodyPr anchor="b" bIns="45720" lIns="91440" rIns="91440" rtlCol="0" tIns="45720" vert="horz">
            <a:noAutofit/>
          </a:bodyPr>
          <a:p>
            <a:pPr algn="ctr" lvl="0">
              <a:lnSpc>
                <a:spcPct val="90000"/>
              </a:lnSpc>
              <a:spcBef>
                <a:spcPct val="0"/>
              </a:spcBef>
            </a:pPr>
            <a:r>
              <a:rPr dirty="0" sz="4000" lang="en-GB">
                <a:solidFill>
                  <a:srgbClr val="0000FF"/>
                </a:solidFill>
                <a:latin typeface="Aharoni" panose="02010803020104030203" pitchFamily="2" charset="-79"/>
                <a:cs typeface="Aharoni" panose="02010803020104030203" pitchFamily="2" charset="-79"/>
              </a:rPr>
              <a:t>        Employee Payroll System</a:t>
            </a:r>
          </a:p>
          <a:p>
            <a:pPr algn="ctr" lvl="0">
              <a:lnSpc>
                <a:spcPct val="90000"/>
              </a:lnSpc>
              <a:spcBef>
                <a:spcPct val="0"/>
              </a:spcBef>
            </a:pPr>
            <a:endParaRPr dirty="0" sz="2800" lang="en-IN">
              <a:solidFill>
                <a:srgbClr val="C00000"/>
              </a:solidFill>
            </a:endParaRPr>
          </a:p>
          <a:p>
            <a:pPr algn="ctr" lvl="0">
              <a:lnSpc>
                <a:spcPct val="90000"/>
              </a:lnSpc>
              <a:spcBef>
                <a:spcPct val="0"/>
              </a:spcBef>
            </a:pPr>
            <a:endParaRPr dirty="0" sz="2800" lang="en-US">
              <a:solidFill>
                <a:srgbClr val="C00000"/>
              </a:solidFill>
              <a:latin typeface="Aharoni" panose="02010803020104030203" pitchFamily="2" charset="-79"/>
              <a:cs typeface="Aharoni" panose="02010803020104030203" pitchFamily="2" charset="-79"/>
            </a:endParaRPr>
          </a:p>
        </p:txBody>
      </p:sp>
      <p:sp>
        <p:nvSpPr>
          <p:cNvPr id="1048588" name="Title 1"/>
          <p:cNvSpPr txBox="1"/>
          <p:nvPr/>
        </p:nvSpPr>
        <p:spPr>
          <a:xfrm>
            <a:off x="870620" y="2850846"/>
            <a:ext cx="10696612" cy="2070254"/>
          </a:xfrm>
          <a:prstGeom prst="rect"/>
        </p:spPr>
        <p:txBody>
          <a:bodyPr anchor="b" bIns="45720" lIns="91440" rIns="91440" rtlCol="0" tIns="45720" vert="horz">
            <a:noAutofit/>
          </a:bodyPr>
          <a:lstStyle>
            <a:defPPr>
              <a:defRPr lang="en-US"/>
            </a:defPPr>
            <a:lvl1pPr algn="l" lvl="0" marL="0" rtl="0">
              <a:defRPr dirty="0" sz="1800" lang="en-US">
                <a:solidFill>
                  <a:schemeClr val="tx1"/>
                </a:solidFill>
                <a:latin typeface="+mn-lt"/>
              </a:defRPr>
            </a:lvl1pPr>
            <a:lvl2pPr algn="l" lvl="1" marL="457200" rtl="0">
              <a:defRPr dirty="0" sz="1800" lang="en-US">
                <a:solidFill>
                  <a:schemeClr val="tx1"/>
                </a:solidFill>
                <a:latin typeface="+mn-lt"/>
              </a:defRPr>
            </a:lvl2pPr>
            <a:lvl3pPr algn="l" lvl="2" marL="914400" rtl="0">
              <a:defRPr dirty="0" sz="1800" lang="en-US">
                <a:solidFill>
                  <a:schemeClr val="tx1"/>
                </a:solidFill>
                <a:latin typeface="+mn-lt"/>
              </a:defRPr>
            </a:lvl3pPr>
            <a:lvl4pPr algn="l" lvl="3" marL="1371600" rtl="0">
              <a:defRPr dirty="0" sz="1800" lang="en-US">
                <a:solidFill>
                  <a:schemeClr val="tx1"/>
                </a:solidFill>
                <a:latin typeface="+mn-lt"/>
              </a:defRPr>
            </a:lvl4pPr>
            <a:lvl5pPr algn="l" lvl="4" marL="1828800" rtl="0">
              <a:defRPr dirty="0" sz="1800" lang="en-US">
                <a:solidFill>
                  <a:schemeClr val="tx1"/>
                </a:solidFill>
                <a:latin typeface="+mn-lt"/>
              </a:defRPr>
            </a:lvl5pPr>
            <a:lvl6pPr algn="l" lvl="5" marL="2286000" rtl="0">
              <a:defRPr dirty="0" sz="1800" lang="en-US">
                <a:solidFill>
                  <a:schemeClr val="tx1"/>
                </a:solidFill>
                <a:latin typeface="+mn-lt"/>
              </a:defRPr>
            </a:lvl6pPr>
            <a:lvl7pPr algn="l" lvl="6" marL="2743200" rtl="0">
              <a:defRPr dirty="0" sz="1800" lang="en-US">
                <a:solidFill>
                  <a:schemeClr val="tx1"/>
                </a:solidFill>
                <a:latin typeface="+mn-lt"/>
              </a:defRPr>
            </a:lvl7pPr>
            <a:lvl8pPr algn="l" lvl="7" marL="3200400" rtl="0">
              <a:defRPr dirty="0" sz="1800" lang="en-US">
                <a:solidFill>
                  <a:schemeClr val="tx1"/>
                </a:solidFill>
                <a:latin typeface="+mn-lt"/>
              </a:defRPr>
            </a:lvl8pPr>
            <a:lvl9pPr algn="l" lvl="8" marL="3657600" rtl="0">
              <a:defRPr dirty="0" sz="1800" lang="en-US">
                <a:solidFill>
                  <a:schemeClr val="tx1"/>
                </a:solidFill>
                <a:latin typeface="+mn-lt"/>
              </a:defRPr>
            </a:lvl9pPr>
          </a:lstStyle>
          <a:p>
            <a:pPr lvl="0">
              <a:lnSpc>
                <a:spcPct val="90000"/>
              </a:lnSpc>
              <a:spcBef>
                <a:spcPct val="0"/>
              </a:spcBef>
            </a:pPr>
            <a:r>
              <a:rPr dirty="0" sz="3200" lang="en-US">
                <a:solidFill>
                  <a:srgbClr val="FF0000"/>
                </a:solidFill>
                <a:latin typeface="Times New Roman" panose="02020603050405020304" pitchFamily="18" charset="0"/>
                <a:cs typeface="Times New Roman" panose="02020603050405020304" pitchFamily="18" charset="0"/>
              </a:rPr>
              <a:t>Course Instructor:                              Presented by:</a:t>
            </a:r>
          </a:p>
          <a:p>
            <a:pPr lvl="0">
              <a:lnSpc>
                <a:spcPct val="90000"/>
              </a:lnSpc>
              <a:spcBef>
                <a:spcPct val="0"/>
              </a:spcBef>
            </a:pPr>
            <a:r>
              <a:rPr dirty="0" lang="en-US">
                <a:solidFill>
                  <a:srgbClr val="0000FF"/>
                </a:solidFill>
                <a:latin typeface="Times New Roman" panose="02020603050405020304" pitchFamily="18" charset="0"/>
                <a:cs typeface="Times New Roman" panose="02020603050405020304" pitchFamily="18" charset="0"/>
              </a:rPr>
              <a:t>N.AKHILA, </a:t>
            </a:r>
            <a:r>
              <a:rPr dirty="0" lang="en-US" err="1">
                <a:solidFill>
                  <a:srgbClr val="0000FF"/>
                </a:solidFill>
                <a:latin typeface="Times New Roman" panose="02020603050405020304" pitchFamily="18" charset="0"/>
                <a:cs typeface="Times New Roman" panose="02020603050405020304" pitchFamily="18" charset="0"/>
              </a:rPr>
              <a:t>M.Tech</a:t>
            </a:r>
            <a:r>
              <a:rPr dirty="0" lang="en-US">
                <a:solidFill>
                  <a:srgbClr val="0000FF"/>
                </a:solidFill>
                <a:latin typeface="Times New Roman" panose="02020603050405020304" pitchFamily="18" charset="0"/>
                <a:cs typeface="Times New Roman" panose="02020603050405020304" pitchFamily="18" charset="0"/>
              </a:rPr>
              <a:t> (</a:t>
            </a:r>
            <a:r>
              <a:rPr dirty="0" lang="en-US" err="1">
                <a:solidFill>
                  <a:srgbClr val="0000FF"/>
                </a:solidFill>
                <a:latin typeface="Times New Roman" panose="02020603050405020304" pitchFamily="18" charset="0"/>
                <a:cs typeface="Times New Roman" panose="02020603050405020304" pitchFamily="18" charset="0"/>
              </a:rPr>
              <a:t>Ph.D</a:t>
            </a:r>
            <a:r>
              <a:rPr dirty="0" lang="en-US">
                <a:solidFill>
                  <a:srgbClr val="0000FF"/>
                </a:solidFill>
                <a:latin typeface="Times New Roman" panose="02020603050405020304" pitchFamily="18" charset="0"/>
                <a:cs typeface="Times New Roman" panose="02020603050405020304" pitchFamily="18" charset="0"/>
              </a:rPr>
              <a:t>),</a:t>
            </a:r>
            <a:r>
              <a:rPr b="1" dirty="0" sz="3600" lang="en-US">
                <a:solidFill>
                  <a:srgbClr val="0000FF"/>
                </a:solidFill>
                <a:latin typeface="Times New Roman" panose="02020603050405020304" pitchFamily="18" charset="0"/>
                <a:cs typeface="Times New Roman" panose="02020603050405020304" pitchFamily="18" charset="0"/>
              </a:rPr>
              <a:t>	                               			</a:t>
            </a:r>
          </a:p>
          <a:p>
            <a:pPr lvl="0">
              <a:lnSpc>
                <a:spcPct val="90000"/>
              </a:lnSpc>
              <a:spcBef>
                <a:spcPct val="0"/>
              </a:spcBef>
            </a:pPr>
            <a:r>
              <a:rPr dirty="0" lang="en-US">
                <a:solidFill>
                  <a:srgbClr val="0000FF"/>
                </a:solidFill>
                <a:latin typeface="Times New Roman" panose="02020603050405020304" pitchFamily="18" charset="0"/>
                <a:cs typeface="Times New Roman" panose="02020603050405020304" pitchFamily="18" charset="0"/>
              </a:rPr>
              <a:t>ASSISTANT PROFESSOR, </a:t>
            </a:r>
            <a:endParaRPr dirty="0" sz="3600" lang="en-US">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dirty="0" lang="en-US">
                <a:solidFill>
                  <a:srgbClr val="0000FF"/>
                </a:solidFill>
                <a:latin typeface="Times New Roman" panose="02020603050405020304" pitchFamily="18" charset="0"/>
                <a:cs typeface="Times New Roman" panose="02020603050405020304" pitchFamily="18" charset="0"/>
              </a:rPr>
              <a:t>AIML DEPTARTMENT</a:t>
            </a:r>
          </a:p>
        </p:txBody>
      </p:sp>
      <p:graphicFrame>
        <p:nvGraphicFramePr>
          <p:cNvPr id="4194304" name="Table 5"/>
          <p:cNvGraphicFramePr>
            <a:graphicFrameLocks noGrp="1"/>
          </p:cNvGraphicFramePr>
          <p:nvPr/>
        </p:nvGraphicFramePr>
        <p:xfrm>
          <a:off x="6824452" y="3938129"/>
          <a:ext cx="4927600" cy="1280160"/>
        </p:xfrm>
        <a:graphic>
          <a:graphicData uri="http://schemas.openxmlformats.org/drawingml/2006/table">
            <a:tbl>
              <a:tblPr>
                <a:tableStyleId>{2D5ABB26-0587-4C30-8999-92F81FD0307C}</a:tableStyleId>
              </a:tblPr>
              <a:tblGrid>
                <a:gridCol w="1465244"/>
                <a:gridCol w="3462356"/>
              </a:tblGrid>
              <a:tr h="320040">
                <a:tc>
                  <a:txBody>
                    <a:bodyPr/>
                    <a:p>
                      <a:pPr algn="ctr"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25B11AIB60</a:t>
                      </a:r>
                    </a:p>
                  </a:txBody>
                  <a:tcPr marL="6350" marR="6350" marT="6350" anchor="ctr"/>
                </a:tc>
                <a:tc>
                  <a:txBody>
                    <a:bodyPr/>
                    <a:p>
                      <a:pPr algn="l"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SAILA HARSHITH</a:t>
                      </a:r>
                    </a:p>
                  </a:txBody>
                  <a:tcPr marL="6350" marR="6350" marT="6350" anchor="ctr"/>
                </a:tc>
              </a:tr>
              <a:tr h="320040">
                <a:tc>
                  <a:txBody>
                    <a:bodyPr/>
                    <a:p>
                      <a:pPr algn="ctr"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25B11AI230</a:t>
                      </a:r>
                    </a:p>
                  </a:txBody>
                  <a:tcPr marL="6350" marR="6350" marT="6350" anchor="ctr"/>
                </a:tc>
                <a:tc>
                  <a:txBody>
                    <a:bodyPr/>
                    <a:p>
                      <a:pPr algn="l"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CHITTURI DEVI SRI PRASAD</a:t>
                      </a:r>
                    </a:p>
                  </a:txBody>
                  <a:tcPr marL="6350" marR="6350" marT="6350" anchor="ctr"/>
                </a:tc>
              </a:tr>
              <a:tr h="320040">
                <a:tc>
                  <a:txBody>
                    <a:bodyPr/>
                    <a:p>
                      <a:pPr algn="ctr"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25B11AI963</a:t>
                      </a:r>
                    </a:p>
                  </a:txBody>
                  <a:tcPr marL="6350" marR="6350" marT="6350" anchor="ctr"/>
                </a:tc>
                <a:tc>
                  <a:txBody>
                    <a:bodyPr/>
                    <a:p>
                      <a:pPr algn="l"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PITHANI BHARATH MAHESH</a:t>
                      </a:r>
                    </a:p>
                  </a:txBody>
                  <a:tcPr marL="6350" marR="6350" marT="6350" anchor="ctr"/>
                </a:tc>
              </a:tr>
              <a:tr h="320040">
                <a:tc>
                  <a:txBody>
                    <a:bodyPr/>
                    <a:p>
                      <a:pPr algn="ctr"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26B21AI045</a:t>
                      </a:r>
                    </a:p>
                  </a:txBody>
                  <a:tcPr marL="6350" marR="6350" marT="6350" anchor="ctr"/>
                </a:tc>
                <a:tc>
                  <a:txBody>
                    <a:bodyPr/>
                    <a:p>
                      <a:pPr algn="l" fontAlgn="ctr">
                        <a:buNone/>
                      </a:pPr>
                      <a:r>
                        <a:rPr b="0" dirty="0" sz="1600" i="0" lang="en-IN" strike="noStrike" u="none">
                          <a:solidFill>
                            <a:srgbClr val="0000FF"/>
                          </a:solidFill>
                          <a:effectLst/>
                          <a:latin typeface="Times New Roman" panose="02020603050405020304" pitchFamily="18" charset="0"/>
                          <a:cs typeface="Times New Roman" panose="02020603050405020304" pitchFamily="18" charset="0"/>
                        </a:rPr>
                        <a:t>INNAMURI KARTHIK</a:t>
                      </a:r>
                    </a:p>
                  </a:txBody>
                  <a:tcPr marL="6350" marR="6350" marT="6350"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4" name="Content Placeholder 1"/>
          <p:cNvSpPr>
            <a:spLocks noGrp="1"/>
          </p:cNvSpPr>
          <p:nvPr>
            <p:ph/>
          </p:nvPr>
        </p:nvSpPr>
        <p:spPr>
          <a:xfrm>
            <a:off x="842627" y="1547355"/>
            <a:ext cx="3810000" cy="4876800"/>
          </a:xfrm>
        </p:spPr>
        <p:txBody>
          <a:bodyPr>
            <a:noAutofit/>
          </a:bodyPr>
          <a:p>
            <a:pPr indent="-457200" lvl="0" marL="914400">
              <a:lnSpc>
                <a:spcPct val="150000"/>
              </a:lnSpc>
              <a:buFont typeface="Wingdings" panose="05000000000000000000" pitchFamily="2" charset="2"/>
              <a:buChar char="Ø"/>
            </a:pPr>
            <a:r>
              <a:rPr dirty="0" sz="1800" lang="en-IN">
                <a:latin typeface="Times New Roman" panose="02020603050405020304" pitchFamily="18" charset="0"/>
                <a:cs typeface="Times New Roman" panose="02020603050405020304" pitchFamily="18" charset="0"/>
              </a:rPr>
              <a:t> Abstract                                                                                </a:t>
            </a:r>
          </a:p>
          <a:p>
            <a:pPr indent="-457200" lvl="0" marL="914400">
              <a:lnSpc>
                <a:spcPct val="150000"/>
              </a:lnSpc>
              <a:buFont typeface="Wingdings" panose="05000000000000000000" pitchFamily="2" charset="2"/>
              <a:buChar char="Ø"/>
            </a:pPr>
            <a:r>
              <a:rPr dirty="0" sz="1800" lang="en-IN">
                <a:latin typeface="Times New Roman" panose="02020603050405020304" pitchFamily="18" charset="0"/>
                <a:cs typeface="Times New Roman" panose="02020603050405020304" pitchFamily="18" charset="0"/>
              </a:rPr>
              <a:t>Problem Statement &amp; Objectives                           </a:t>
            </a:r>
          </a:p>
          <a:p>
            <a:pPr indent="-457200" lvl="0" marL="914400">
              <a:lnSpc>
                <a:spcPct val="150000"/>
              </a:lnSpc>
              <a:buFont typeface="Wingdings" panose="05000000000000000000" pitchFamily="2" charset="2"/>
              <a:buChar char="Ø"/>
            </a:pPr>
            <a:r>
              <a:rPr dirty="0" sz="1800" lang="en-IN">
                <a:latin typeface="Times New Roman" panose="02020603050405020304" pitchFamily="18" charset="0"/>
                <a:cs typeface="Times New Roman" panose="02020603050405020304" pitchFamily="18" charset="0"/>
              </a:rPr>
              <a:t>Planned Modules / Functions </a:t>
            </a:r>
          </a:p>
          <a:p>
            <a:pPr indent="-457200" lvl="0" marL="914400">
              <a:lnSpc>
                <a:spcPct val="150000"/>
              </a:lnSpc>
              <a:buFont typeface="Wingdings" panose="05000000000000000000" pitchFamily="2" charset="2"/>
              <a:buChar char="Ø"/>
            </a:pPr>
            <a:r>
              <a:rPr dirty="0" sz="1800" lang="en-IN">
                <a:latin typeface="Times New Roman" panose="02020603050405020304" pitchFamily="18" charset="0"/>
                <a:cs typeface="Times New Roman" panose="02020603050405020304" pitchFamily="18" charset="0"/>
              </a:rPr>
              <a:t>Users of the system </a:t>
            </a:r>
          </a:p>
          <a:p>
            <a:pPr indent="-457200" lvl="0" marL="914400">
              <a:lnSpc>
                <a:spcPct val="150000"/>
              </a:lnSpc>
              <a:buFont typeface="Wingdings" panose="05000000000000000000" pitchFamily="2" charset="2"/>
              <a:buChar char="Ø"/>
            </a:pPr>
            <a:r>
              <a:rPr dirty="0" sz="1800" lang="en-IN">
                <a:latin typeface="Times New Roman" panose="02020603050405020304" pitchFamily="18" charset="0"/>
                <a:cs typeface="Times New Roman" panose="02020603050405020304" pitchFamily="18" charset="0"/>
              </a:rPr>
              <a:t>Algorithm</a:t>
            </a:r>
          </a:p>
        </p:txBody>
      </p:sp>
      <p:sp>
        <p:nvSpPr>
          <p:cNvPr id="1048595"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596" name="Footer Placeholder 3"/>
          <p:cNvSpPr>
            <a:spLocks noGrp="1"/>
          </p:cNvSpPr>
          <p:nvPr>
            <p:ph type="ftr" sz="quarter" idx="2"/>
          </p:nvPr>
        </p:nvSpPr>
        <p:spPr/>
        <p:txBody>
          <a:bodyPr/>
          <a:p>
            <a:r>
              <a:rPr dirty="0" lang="en-US"/>
              <a:t>PBL Course Name: Object Oriented Programming through C++(2501CS08)     REVIEW-2</a:t>
            </a:r>
          </a:p>
        </p:txBody>
      </p:sp>
      <p:sp>
        <p:nvSpPr>
          <p:cNvPr id="1048597" name="Slide Number Placeholder 4"/>
          <p:cNvSpPr>
            <a:spLocks noGrp="1"/>
          </p:cNvSpPr>
          <p:nvPr>
            <p:ph type="sldNum" sz="quarter" idx="3"/>
          </p:nvPr>
        </p:nvSpPr>
        <p:spPr/>
        <p:txBody>
          <a:bodyPr/>
          <a:p>
            <a:fld id="{9359D16F-76A5-41BA-ADDD-CBF352B33DDD}" type="slidenum">
              <a:rPr lang="en-IN" smtClean="0"/>
              <a:t>2</a:t>
            </a:fld>
            <a:endParaRPr dirty="0" lang="en-IN"/>
          </a:p>
        </p:txBody>
      </p:sp>
      <p:sp>
        <p:nvSpPr>
          <p:cNvPr id="1048598" name="TextBox 6"/>
          <p:cNvSpPr txBox="1"/>
          <p:nvPr/>
        </p:nvSpPr>
        <p:spPr>
          <a:xfrm>
            <a:off x="3886200" y="433845"/>
            <a:ext cx="5223386" cy="628650"/>
          </a:xfrm>
          <a:prstGeom prst="rect"/>
          <a:noFill/>
        </p:spPr>
        <p:txBody>
          <a:bodyPr wrap="square">
            <a:spAutoFit/>
          </a:bodyPr>
          <a:p>
            <a:pPr algn="ctr" lvl="0">
              <a:lnSpc>
                <a:spcPct val="90000"/>
              </a:lnSpc>
              <a:spcBef>
                <a:spcPct val="0"/>
              </a:spcBef>
            </a:pPr>
            <a:r>
              <a:rPr dirty="0" sz="4000" lang="en-GB">
                <a:solidFill>
                  <a:srgbClr val="0000FF"/>
                </a:solidFill>
                <a:latin typeface="Maiandra GD" panose="020E0502030308020204" pitchFamily="34" charset="0"/>
                <a:cs typeface="Aharoni" panose="02010803020104030203" pitchFamily="2" charset="-79"/>
              </a:rPr>
              <a:t>Contents</a:t>
            </a:r>
          </a:p>
        </p:txBody>
      </p:sp>
      <p:sp>
        <p:nvSpPr>
          <p:cNvPr id="1048599" name="TextBox 5"/>
          <p:cNvSpPr txBox="1"/>
          <p:nvPr/>
        </p:nvSpPr>
        <p:spPr>
          <a:xfrm>
            <a:off x="6324600" y="1447800"/>
            <a:ext cx="4191000" cy="3025140"/>
          </a:xfrm>
          <a:prstGeom prst="rect"/>
          <a:noFill/>
        </p:spPr>
        <p:txBody>
          <a:bodyPr rtlCol="0" wrap="square">
            <a:spAutoFit/>
          </a:bodyPr>
          <a:p>
            <a:pPr indent="-457200" lvl="0" marL="914400">
              <a:lnSpc>
                <a:spcPct val="200000"/>
              </a:lnSpc>
              <a:buFont typeface="Wingdings" panose="05000000000000000000" pitchFamily="2" charset="2"/>
              <a:buChar char="Ø"/>
            </a:pPr>
            <a:r>
              <a:rPr altLang="en-IN" dirty="0" lang="en-US">
                <a:latin typeface="Times New Roman" panose="02020603050405020304" pitchFamily="18" charset="0"/>
                <a:cs typeface="Times New Roman" panose="02020603050405020304" pitchFamily="18" charset="0"/>
              </a:rPr>
              <a:t>F</a:t>
            </a:r>
            <a:r>
              <a:rPr altLang="en-IN" dirty="0" lang="en-US">
                <a:latin typeface="Times New Roman" panose="02020603050405020304" pitchFamily="18" charset="0"/>
                <a:cs typeface="Times New Roman" panose="02020603050405020304" pitchFamily="18" charset="0"/>
              </a:rPr>
              <a:t>l</a:t>
            </a:r>
            <a:r>
              <a:rPr altLang="en-IN" dirty="0" lang="en-US">
                <a:latin typeface="Times New Roman" panose="02020603050405020304" pitchFamily="18" charset="0"/>
                <a:cs typeface="Times New Roman" panose="02020603050405020304" pitchFamily="18" charset="0"/>
              </a:rPr>
              <a:t>o</a:t>
            </a:r>
            <a:r>
              <a:rPr altLang="en-IN" dirty="0" lang="en-US">
                <a:latin typeface="Times New Roman" panose="02020603050405020304" pitchFamily="18" charset="0"/>
                <a:cs typeface="Times New Roman" panose="02020603050405020304" pitchFamily="18" charset="0"/>
              </a:rPr>
              <a:t>w</a:t>
            </a:r>
            <a:r>
              <a:rPr altLang="en-IN" dirty="0" lang="en-US">
                <a:latin typeface="Times New Roman" panose="02020603050405020304" pitchFamily="18" charset="0"/>
                <a:cs typeface="Times New Roman" panose="02020603050405020304" pitchFamily="18" charset="0"/>
              </a:rPr>
              <a:t>c</a:t>
            </a:r>
            <a:r>
              <a:rPr altLang="en-IN" dirty="0" lang="en-US">
                <a:latin typeface="Times New Roman" panose="02020603050405020304" pitchFamily="18" charset="0"/>
                <a:cs typeface="Times New Roman" panose="02020603050405020304" pitchFamily="18" charset="0"/>
              </a:rPr>
              <a:t>h</a:t>
            </a:r>
            <a:r>
              <a:rPr altLang="en-IN" dirty="0" lang="en-US">
                <a:latin typeface="Times New Roman" panose="02020603050405020304" pitchFamily="18" charset="0"/>
                <a:cs typeface="Times New Roman" panose="02020603050405020304" pitchFamily="18" charset="0"/>
              </a:rPr>
              <a:t>a</a:t>
            </a:r>
            <a:r>
              <a:rPr altLang="en-IN" dirty="0" lang="en-US">
                <a:latin typeface="Times New Roman" panose="02020603050405020304" pitchFamily="18" charset="0"/>
                <a:cs typeface="Times New Roman" panose="02020603050405020304" pitchFamily="18" charset="0"/>
              </a:rPr>
              <a:t>r</a:t>
            </a:r>
            <a:r>
              <a:rPr altLang="en-IN" dirty="0" lang="en-US">
                <a:latin typeface="Times New Roman" panose="02020603050405020304" pitchFamily="18" charset="0"/>
                <a:cs typeface="Times New Roman" panose="02020603050405020304" pitchFamily="18" charset="0"/>
              </a:rPr>
              <a:t>t</a:t>
            </a:r>
            <a:endParaRPr altLang="en-US" lang="zh-CN"/>
          </a:p>
          <a:p>
            <a:pPr indent="-457200" lvl="0" marL="914400">
              <a:lnSpc>
                <a:spcPct val="200000"/>
              </a:lnSpc>
              <a:buFont typeface="Wingdings" panose="05000000000000000000" pitchFamily="2" charset="2"/>
              <a:buChar char="Ø"/>
            </a:pPr>
            <a:r>
              <a:rPr dirty="0" lang="en-IN">
                <a:latin typeface="Times New Roman" panose="02020603050405020304" pitchFamily="18" charset="0"/>
                <a:cs typeface="Times New Roman" panose="02020603050405020304" pitchFamily="18" charset="0"/>
              </a:rPr>
              <a:t>Modules/Functionalities</a:t>
            </a:r>
            <a:endParaRPr altLang="en-US" lang="zh-CN"/>
          </a:p>
          <a:p>
            <a:pPr indent="-457200" lvl="0" marL="914400">
              <a:lnSpc>
                <a:spcPct val="200000"/>
              </a:lnSpc>
              <a:buFont typeface="Wingdings" panose="05000000000000000000" pitchFamily="2" charset="2"/>
              <a:buChar char="Ø"/>
            </a:pPr>
            <a:r>
              <a:rPr dirty="0" lang="en-IN">
                <a:latin typeface="Times New Roman" panose="02020603050405020304" pitchFamily="18" charset="0"/>
                <a:cs typeface="Times New Roman" panose="02020603050405020304" pitchFamily="18" charset="0"/>
              </a:rPr>
              <a:t>Future Enhancements</a:t>
            </a:r>
          </a:p>
          <a:p>
            <a:pPr indent="-457200" lvl="0" marL="914400">
              <a:lnSpc>
                <a:spcPct val="200000"/>
              </a:lnSpc>
              <a:buFont typeface="Wingdings" panose="05000000000000000000" pitchFamily="2" charset="2"/>
              <a:buChar char="Ø"/>
            </a:pPr>
            <a:r>
              <a:rPr dirty="0" lang="en-IN">
                <a:latin typeface="Times New Roman" panose="02020603050405020304" pitchFamily="18" charset="0"/>
                <a:cs typeface="Times New Roman" panose="02020603050405020304" pitchFamily="18" charset="0"/>
              </a:rPr>
              <a:t>Architecture Diagram</a:t>
            </a:r>
          </a:p>
          <a:p>
            <a:pPr indent="-457200" lvl="0" marL="914400">
              <a:lnSpc>
                <a:spcPct val="200000"/>
              </a:lnSpc>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Role of each individual</a:t>
            </a:r>
          </a:p>
          <a:p>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600" name="Content Placeholder 1"/>
          <p:cNvSpPr>
            <a:spLocks noGrp="1"/>
          </p:cNvSpPr>
          <p:nvPr>
            <p:ph/>
          </p:nvPr>
        </p:nvSpPr>
        <p:spPr>
          <a:xfrm>
            <a:off x="765969" y="1055057"/>
            <a:ext cx="10515600" cy="5029200"/>
          </a:xfrm>
        </p:spPr>
        <p:txBody>
          <a:bodyPr>
            <a:normAutofit fontScale="88929" lnSpcReduction="10000"/>
          </a:bodyPr>
          <a:p>
            <a:pPr algn="just">
              <a:lnSpc>
                <a:spcPct val="100000"/>
              </a:lnSpc>
            </a:pPr>
            <a:endParaRPr dirty="0" lang="en-US">
              <a:latin typeface="Times New Roman" panose="02020603050405020304" pitchFamily="18" charset="0"/>
              <a:cs typeface="Times New Roman" panose="02020603050405020304" pitchFamily="18" charset="0"/>
            </a:endParaRPr>
          </a:p>
          <a:p>
            <a:pPr algn="just">
              <a:lnSpc>
                <a:spcPct val="100000"/>
              </a:lnSpc>
            </a:pPr>
            <a:r>
              <a:rPr dirty="0" lang="en-US">
                <a:latin typeface="Times New Roman" panose="02020603050405020304" pitchFamily="18" charset="0"/>
                <a:cs typeface="Times New Roman" panose="02020603050405020304" pitchFamily="18" charset="0"/>
              </a:rPr>
              <a:t>The Employee Payroll System is a software application designed to automate and simplify the process of managing employee salaries and payroll information. The system maintains employee details such as employee ID, name, department, designation, basic salary, allowances, deductions, and net salary. It calculates salaries accurately by considering working days, overtime, bonuses, taxes, and other deductions. The system reduces manual calculations, minimizes errors, saves time, and provides easy access to payroll records. It can also generate salary slips and payroll reports for employees and management. </a:t>
            </a:r>
          </a:p>
          <a:p>
            <a:pPr algn="just">
              <a:lnSpc>
                <a:spcPct val="100000"/>
              </a:lnSpc>
            </a:pPr>
            <a:r>
              <a:rPr dirty="0" lang="en-US">
                <a:latin typeface="Times New Roman" panose="02020603050405020304" pitchFamily="18" charset="0"/>
                <a:cs typeface="Times New Roman" panose="02020603050405020304" pitchFamily="18" charset="0"/>
              </a:rPr>
              <a:t>The employee payroll system provides an efficient, accurate, secure, and organized solution for managing an organization's payroll activities.</a:t>
            </a:r>
          </a:p>
          <a:p>
            <a:pPr algn="just">
              <a:lnSpc>
                <a:spcPct val="100000"/>
              </a:lnSpc>
            </a:pPr>
            <a:endParaRPr dirty="0" lang="en-IN">
              <a:latin typeface="Times New Roman" panose="02020603050405020304" pitchFamily="18" charset="0"/>
              <a:cs typeface="Times New Roman" panose="02020603050405020304" pitchFamily="18" charset="0"/>
            </a:endParaRPr>
          </a:p>
        </p:txBody>
      </p:sp>
      <p:sp>
        <p:nvSpPr>
          <p:cNvPr id="1048601" name="Date Placeholder 2"/>
          <p:cNvSpPr>
            <a:spLocks noGrp="1"/>
          </p:cNvSpPr>
          <p:nvPr>
            <p:ph type="dt" sz="half" idx="1"/>
          </p:nvPr>
        </p:nvSpPr>
        <p:spPr>
          <a:xfrm>
            <a:off x="695400" y="6278769"/>
            <a:ext cx="1656183" cy="365125"/>
          </a:xfrm>
        </p:spPr>
        <p:txBody>
          <a:bodyPr/>
          <a:p>
            <a:fld id="{A4A026F9-4B12-44A3-954F-2C895BB9BCAE}" type="datetime1">
              <a:rPr lang="en-US" smtClean="0"/>
              <a:t>9/29/2026</a:t>
            </a:fld>
            <a:endParaRPr dirty="0" lang="en-US"/>
          </a:p>
        </p:txBody>
      </p:sp>
      <p:sp>
        <p:nvSpPr>
          <p:cNvPr id="1048602" name="Footer Placeholder 3"/>
          <p:cNvSpPr>
            <a:spLocks noGrp="1"/>
          </p:cNvSpPr>
          <p:nvPr>
            <p:ph type="ftr" sz="quarter" idx="2"/>
          </p:nvPr>
        </p:nvSpPr>
        <p:spPr>
          <a:xfrm>
            <a:off x="2567608" y="6278771"/>
            <a:ext cx="6912768" cy="365125"/>
          </a:xfrm>
        </p:spPr>
        <p:txBody>
          <a:bodyPr/>
          <a:p>
            <a:r>
              <a:rPr dirty="0" lang="en-US"/>
              <a:t>PBL Course Name: Object Oriented Programming through C++(2501CS08)     REVIEW-2</a:t>
            </a:r>
          </a:p>
        </p:txBody>
      </p:sp>
      <p:sp>
        <p:nvSpPr>
          <p:cNvPr id="1048603" name="Slide Number Placeholder 4"/>
          <p:cNvSpPr>
            <a:spLocks noGrp="1"/>
          </p:cNvSpPr>
          <p:nvPr>
            <p:ph type="sldNum" sz="quarter" idx="3"/>
          </p:nvPr>
        </p:nvSpPr>
        <p:spPr>
          <a:xfrm>
            <a:off x="10272464" y="6356350"/>
            <a:ext cx="1081336" cy="365125"/>
          </a:xfrm>
        </p:spPr>
        <p:txBody>
          <a:bodyPr/>
          <a:p>
            <a:fld id="{9359D16F-76A5-41BA-ADDD-CBF352B33DDD}" type="slidenum">
              <a:rPr lang="en-IN" smtClean="0"/>
              <a:t>3</a:t>
            </a:fld>
            <a:endParaRPr dirty="0" lang="en-IN"/>
          </a:p>
        </p:txBody>
      </p:sp>
      <p:sp>
        <p:nvSpPr>
          <p:cNvPr id="1048604" name="TextBox 6"/>
          <p:cNvSpPr txBox="1"/>
          <p:nvPr/>
        </p:nvSpPr>
        <p:spPr>
          <a:xfrm>
            <a:off x="3886200" y="433845"/>
            <a:ext cx="5223386" cy="628650"/>
          </a:xfrm>
          <a:prstGeom prst="rect"/>
          <a:noFill/>
        </p:spPr>
        <p:txBody>
          <a:bodyPr wrap="square">
            <a:spAutoFit/>
          </a:bodyPr>
          <a:p>
            <a:pPr algn="ctr" lvl="0">
              <a:lnSpc>
                <a:spcPct val="90000"/>
              </a:lnSpc>
              <a:spcBef>
                <a:spcPct val="0"/>
              </a:spcBef>
            </a:pPr>
            <a:r>
              <a:rPr dirty="0" sz="4000" lang="en-GB">
                <a:solidFill>
                  <a:srgbClr val="0000FF"/>
                </a:solidFill>
                <a:latin typeface="Maiandra GD" panose="020E0502030308020204" pitchFamily="34" charset="0"/>
                <a:cs typeface="Aharoni" panose="02010803020104030203" pitchFamily="2" charset="-79"/>
              </a:rPr>
              <a:t> 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05" name="Content Placeholder 1"/>
          <p:cNvSpPr>
            <a:spLocks noGrp="1"/>
          </p:cNvSpPr>
          <p:nvPr>
            <p:ph/>
          </p:nvPr>
        </p:nvSpPr>
        <p:spPr>
          <a:xfrm>
            <a:off x="1066800" y="1239116"/>
            <a:ext cx="10515600" cy="4973683"/>
          </a:xfrm>
        </p:spPr>
        <p:txBody>
          <a:bodyPr>
            <a:noAutofit/>
          </a:bodyPr>
          <a:p>
            <a:pPr algn="just">
              <a:lnSpc>
                <a:spcPct val="150000"/>
              </a:lnSpc>
            </a:pPr>
            <a:r>
              <a:rPr b="1" dirty="0" sz="2000" lang="en-IN">
                <a:latin typeface="Times New Roman" panose="02020603050405020304" pitchFamily="18" charset="0"/>
                <a:cs typeface="Times New Roman" panose="02020603050405020304" pitchFamily="18" charset="0"/>
              </a:rPr>
              <a:t>Problem Statement</a:t>
            </a:r>
          </a:p>
          <a:p>
            <a:pPr algn="just" indent="-457200" lvl="0" marL="9144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Errors in attendance and salary records.</a:t>
            </a:r>
          </a:p>
          <a:p>
            <a:pPr algn="just" indent="-457200" lvl="0" marL="9144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Difficulties in managing employee information. </a:t>
            </a:r>
          </a:p>
          <a:p>
            <a:pPr algn="just" indent="-457200" lvl="0" marL="9144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Time-consuming preparation of salary slips .</a:t>
            </a:r>
          </a:p>
          <a:p>
            <a:pPr algn="just" indent="-457200" lvl="0" marL="9144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Difficulty tracking deductions and allowances.</a:t>
            </a:r>
            <a:endParaRPr b="0" dirty="0" sz="2000" lang="en-IN">
              <a:latin typeface="Times New Roman" panose="02020603050405020304" pitchFamily="18" charset="0"/>
              <a:cs typeface="Times New Roman" panose="02020603050405020304" pitchFamily="18" charset="0"/>
            </a:endParaRPr>
          </a:p>
          <a:p>
            <a:pPr algn="just">
              <a:lnSpc>
                <a:spcPct val="150000"/>
              </a:lnSpc>
            </a:pPr>
            <a:r>
              <a:rPr b="1" dirty="0" sz="2000" lang="en-IN">
                <a:latin typeface="Times New Roman" panose="02020603050405020304" pitchFamily="18" charset="0"/>
                <a:cs typeface="Times New Roman" panose="02020603050405020304" pitchFamily="18" charset="0"/>
              </a:rPr>
              <a:t>Objectives</a:t>
            </a:r>
          </a:p>
          <a:p>
            <a:pPr algn="just" indent="-342900" lvl="0" marL="8001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Maintain employee information. </a:t>
            </a:r>
          </a:p>
          <a:p>
            <a:pPr algn="just" indent="-342900" lvl="0" marL="8001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Manage attendance and leave records. </a:t>
            </a:r>
          </a:p>
          <a:p>
            <a:pPr algn="just" indent="-342900" lvl="0" marL="8001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Calculate allowances and deductions. </a:t>
            </a:r>
          </a:p>
          <a:p>
            <a:pPr algn="just" indent="-342900" lvl="0" marL="8001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Maintain accurate payroll records. </a:t>
            </a:r>
          </a:p>
          <a:p>
            <a:pPr algn="just" indent="-342900" lvl="0" marL="800100">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Reduce manual work and calculation errors.</a:t>
            </a:r>
          </a:p>
          <a:p>
            <a:pPr algn="just" lvl="1" marL="457200">
              <a:lnSpc>
                <a:spcPct val="150000"/>
              </a:lnSpc>
            </a:pPr>
            <a:endParaRPr b="0" dirty="0" sz="2000" lang="en-IN">
              <a:latin typeface="Times New Roman" panose="02020603050405020304" pitchFamily="18" charset="0"/>
              <a:cs typeface="Times New Roman" panose="02020603050405020304" pitchFamily="18" charset="0"/>
            </a:endParaRPr>
          </a:p>
        </p:txBody>
      </p:sp>
      <p:sp>
        <p:nvSpPr>
          <p:cNvPr id="1048606"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07" name="Footer Placeholder 3"/>
          <p:cNvSpPr>
            <a:spLocks noGrp="1"/>
          </p:cNvSpPr>
          <p:nvPr>
            <p:ph type="ftr" sz="quarter" idx="2"/>
          </p:nvPr>
        </p:nvSpPr>
        <p:spPr/>
        <p:txBody>
          <a:bodyPr/>
          <a:p>
            <a:r>
              <a:rPr dirty="0" lang="en-US"/>
              <a:t>PBL Course Name: Object Oriented Programming through C++(2501CS08)     REVIEW-2</a:t>
            </a:r>
          </a:p>
        </p:txBody>
      </p:sp>
      <p:sp>
        <p:nvSpPr>
          <p:cNvPr id="1048608" name="Slide Number Placeholder 4"/>
          <p:cNvSpPr>
            <a:spLocks noGrp="1"/>
          </p:cNvSpPr>
          <p:nvPr>
            <p:ph type="sldNum" sz="quarter" idx="3"/>
          </p:nvPr>
        </p:nvSpPr>
        <p:spPr/>
        <p:txBody>
          <a:bodyPr/>
          <a:p>
            <a:fld id="{9359D16F-76A5-41BA-ADDD-CBF352B33DDD}" type="slidenum">
              <a:rPr lang="en-IN" smtClean="0"/>
              <a:t>4</a:t>
            </a:fld>
            <a:endParaRPr dirty="0" lang="en-IN"/>
          </a:p>
        </p:txBody>
      </p:sp>
      <p:sp>
        <p:nvSpPr>
          <p:cNvPr id="1048609" name="TextBox 6"/>
          <p:cNvSpPr txBox="1"/>
          <p:nvPr/>
        </p:nvSpPr>
        <p:spPr>
          <a:xfrm>
            <a:off x="1596000" y="433845"/>
            <a:ext cx="9000000" cy="525780"/>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Problem Statement &amp; 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10" name="Content Placeholder 1"/>
          <p:cNvSpPr>
            <a:spLocks noGrp="1"/>
          </p:cNvSpPr>
          <p:nvPr>
            <p:ph/>
          </p:nvPr>
        </p:nvSpPr>
        <p:spPr>
          <a:xfrm>
            <a:off x="838200" y="1295400"/>
            <a:ext cx="10515600" cy="4572000"/>
          </a:xfrm>
        </p:spPr>
        <p:txBody>
          <a:bodyPr>
            <a:noAutofit/>
          </a:bodyPr>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Employee Management Module – create, update, and delete                               employee  records</a:t>
            </a:r>
          </a:p>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Attendance Management Module – record employee attendance, working hours, and leave</a:t>
            </a:r>
          </a:p>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Salary Management Module – calculate basic salary, allowances, deductions, and net salary</a:t>
            </a:r>
          </a:p>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Payroll Processing Module – process monthly payroll and generate salary details</a:t>
            </a:r>
          </a:p>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Salary Slip Module – generate and provide employee salary slips</a:t>
            </a:r>
          </a:p>
          <a:p>
            <a:pPr algn="just" indent="-457200" marL="9144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Report Generation Module – generate payroll, salary, attendance, and employee reports</a:t>
            </a:r>
          </a:p>
          <a:p>
            <a:pPr algn="just" indent="-457200" marL="914400">
              <a:lnSpc>
                <a:spcPct val="150000"/>
              </a:lnSpc>
              <a:buFont typeface="Wingdings" panose="05000000000000000000" pitchFamily="2" charset="2"/>
              <a:buChar char="Ø"/>
            </a:pPr>
            <a:endParaRPr b="0" dirty="0" sz="2400" lang="en-IN">
              <a:latin typeface="Times New Roman" panose="02020603050405020304" pitchFamily="18" charset="0"/>
              <a:cs typeface="Times New Roman" panose="02020603050405020304" pitchFamily="18" charset="0"/>
            </a:endParaRPr>
          </a:p>
        </p:txBody>
      </p:sp>
      <p:sp>
        <p:nvSpPr>
          <p:cNvPr id="1048611"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12" name="Footer Placeholder 3"/>
          <p:cNvSpPr>
            <a:spLocks noGrp="1"/>
          </p:cNvSpPr>
          <p:nvPr>
            <p:ph type="ftr" sz="quarter" idx="2"/>
          </p:nvPr>
        </p:nvSpPr>
        <p:spPr/>
        <p:txBody>
          <a:bodyPr/>
          <a:p>
            <a:r>
              <a:rPr dirty="0" lang="en-US"/>
              <a:t>PBL Course Name: Object Oriented Programming through C++(2501CS08)     REVIEW-2</a:t>
            </a:r>
          </a:p>
        </p:txBody>
      </p:sp>
      <p:sp>
        <p:nvSpPr>
          <p:cNvPr id="1048613" name="Slide Number Placeholder 4"/>
          <p:cNvSpPr>
            <a:spLocks noGrp="1"/>
          </p:cNvSpPr>
          <p:nvPr>
            <p:ph type="sldNum" sz="quarter" idx="3"/>
          </p:nvPr>
        </p:nvSpPr>
        <p:spPr/>
        <p:txBody>
          <a:bodyPr/>
          <a:p>
            <a:fld id="{9359D16F-76A5-41BA-ADDD-CBF352B33DDD}" type="slidenum">
              <a:rPr lang="en-IN" smtClean="0"/>
              <a:t>5</a:t>
            </a:fld>
            <a:endParaRPr dirty="0" lang="en-IN"/>
          </a:p>
        </p:txBody>
      </p:sp>
      <p:sp>
        <p:nvSpPr>
          <p:cNvPr id="1048614" name="TextBox 6"/>
          <p:cNvSpPr txBox="1"/>
          <p:nvPr/>
        </p:nvSpPr>
        <p:spPr>
          <a:xfrm>
            <a:off x="1596000" y="433845"/>
            <a:ext cx="9000000" cy="525780"/>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Planned Modules / 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15" name="Content Placeholder 1"/>
          <p:cNvSpPr>
            <a:spLocks noGrp="1"/>
          </p:cNvSpPr>
          <p:nvPr>
            <p:ph/>
          </p:nvPr>
        </p:nvSpPr>
        <p:spPr/>
        <p:txBody>
          <a:bodyPr>
            <a:normAutofit/>
          </a:bodyPr>
          <a:p>
            <a:pPr algn="just" indent="-342900" marL="8001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Admin – manages employee records, attendance, salary details, and payroll processing</a:t>
            </a:r>
          </a:p>
          <a:p>
            <a:pPr algn="just" indent="-342900" marL="8001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Payroll Manager – calculates salaries, allowances, deductions, and generates payroll</a:t>
            </a:r>
          </a:p>
          <a:p>
            <a:pPr algn="just" indent="-342900" marL="8001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 Employees – view personal details, attendance, salary information, and salary slips</a:t>
            </a:r>
          </a:p>
          <a:p>
            <a:pPr algn="just" indent="-342900" marL="8001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Department Manager – monitors employee attendance, leave, and department records</a:t>
            </a:r>
          </a:p>
          <a:p>
            <a:pPr algn="just" indent="-342900" marL="800100">
              <a:buFont typeface="Wingdings" panose="05000000000000000000" pitchFamily="2" charset="2"/>
              <a:buChar char="Ø"/>
            </a:pPr>
            <a:r>
              <a:rPr dirty="0" sz="2400" lang="en-US">
                <a:latin typeface="Times New Roman" panose="02020603050405020304" pitchFamily="18" charset="0"/>
                <a:cs typeface="Times New Roman" panose="02020603050405020304" pitchFamily="18" charset="0"/>
              </a:rPr>
              <a:t>System Administrator – manages user accounts, system settings, and database records</a:t>
            </a:r>
          </a:p>
          <a:p>
            <a:pPr algn="just" indent="-457200" marL="914400">
              <a:lnSpc>
                <a:spcPct val="150000"/>
              </a:lnSpc>
              <a:buFont typeface="Wingdings" panose="05000000000000000000" pitchFamily="2" charset="2"/>
              <a:buChar char="Ø"/>
            </a:pPr>
            <a:endParaRPr b="0" dirty="0" sz="2400" lang="en-IN">
              <a:latin typeface="Times New Roman" panose="02020603050405020304" pitchFamily="18" charset="0"/>
              <a:cs typeface="Times New Roman" panose="02020603050405020304" pitchFamily="18" charset="0"/>
            </a:endParaRPr>
          </a:p>
        </p:txBody>
      </p:sp>
      <p:sp>
        <p:nvSpPr>
          <p:cNvPr id="1048616"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17" name="Footer Placeholder 3"/>
          <p:cNvSpPr>
            <a:spLocks noGrp="1"/>
          </p:cNvSpPr>
          <p:nvPr>
            <p:ph type="ftr" sz="quarter" idx="2"/>
          </p:nvPr>
        </p:nvSpPr>
        <p:spPr/>
        <p:txBody>
          <a:bodyPr/>
          <a:p>
            <a:r>
              <a:rPr dirty="0" lang="en-US"/>
              <a:t>PBL Course Name: Object Oriented Programming through C++(2501CS08)     REVIEW-2</a:t>
            </a:r>
          </a:p>
        </p:txBody>
      </p:sp>
      <p:sp>
        <p:nvSpPr>
          <p:cNvPr id="1048618" name="Slide Number Placeholder 4"/>
          <p:cNvSpPr>
            <a:spLocks noGrp="1"/>
          </p:cNvSpPr>
          <p:nvPr>
            <p:ph type="sldNum" sz="quarter" idx="3"/>
          </p:nvPr>
        </p:nvSpPr>
        <p:spPr/>
        <p:txBody>
          <a:bodyPr/>
          <a:p>
            <a:fld id="{9359D16F-76A5-41BA-ADDD-CBF352B33DDD}" type="slidenum">
              <a:rPr lang="en-IN" smtClean="0"/>
              <a:t>6</a:t>
            </a:fld>
            <a:endParaRPr dirty="0" lang="en-IN"/>
          </a:p>
        </p:txBody>
      </p:sp>
      <p:sp>
        <p:nvSpPr>
          <p:cNvPr id="1048619" name="TextBox 6"/>
          <p:cNvSpPr txBox="1"/>
          <p:nvPr/>
        </p:nvSpPr>
        <p:spPr>
          <a:xfrm>
            <a:off x="1596000" y="433845"/>
            <a:ext cx="9000000" cy="525780"/>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Users of the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20" name="Content Placeholder 1"/>
          <p:cNvSpPr>
            <a:spLocks noGrp="1"/>
          </p:cNvSpPr>
          <p:nvPr>
            <p:ph/>
          </p:nvPr>
        </p:nvSpPr>
        <p:spPr>
          <a:xfrm>
            <a:off x="851647" y="1377188"/>
            <a:ext cx="10515600" cy="4531419"/>
          </a:xfrm>
        </p:spPr>
        <p:txBody>
          <a:bodyPr>
            <a:normAutofit fontScale="92500" lnSpcReduction="10000"/>
          </a:bodyPr>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1</a:t>
            </a:r>
            <a:r>
              <a:rPr dirty="0" sz="2400" lang="en-US">
                <a:latin typeface="Times New Roman" panose="02020603050405020304" pitchFamily="18" charset="0"/>
                <a:cs typeface="Times New Roman" panose="02020603050405020304" pitchFamily="18" charset="0"/>
              </a:rPr>
              <a:t>: Start the application.</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2</a:t>
            </a:r>
            <a:r>
              <a:rPr dirty="0" sz="2400" lang="en-US">
                <a:latin typeface="Times New Roman" panose="02020603050405020304" pitchFamily="18" charset="0"/>
                <a:cs typeface="Times New Roman" panose="02020603050405020304" pitchFamily="18" charset="0"/>
              </a:rPr>
              <a:t>: Display the main menu.</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3</a:t>
            </a:r>
            <a:r>
              <a:rPr dirty="0" sz="2400" lang="en-US">
                <a:latin typeface="Times New Roman" panose="02020603050405020304" pitchFamily="18" charset="0"/>
                <a:cs typeface="Times New Roman" panose="02020603050405020304" pitchFamily="18" charset="0"/>
              </a:rPr>
              <a:t>: Accept the user's choice.</a:t>
            </a:r>
          </a:p>
          <a:p>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4</a:t>
            </a:r>
            <a:r>
              <a:rPr dirty="0" sz="2400" lang="en-US">
                <a:latin typeface="Times New Roman" panose="02020603050405020304" pitchFamily="18" charset="0"/>
                <a:cs typeface="Times New Roman" panose="02020603050405020304" pitchFamily="18" charset="0"/>
              </a:rPr>
              <a:t>: Enter or retrieve employee information such as Employee ID, Name, </a:t>
            </a:r>
          </a:p>
          <a:p>
            <a:r>
              <a:rPr dirty="0" sz="2400" lang="en-US">
                <a:latin typeface="Times New Roman" panose="02020603050405020304" pitchFamily="18" charset="0"/>
                <a:cs typeface="Times New Roman" panose="02020603050405020304" pitchFamily="18" charset="0"/>
              </a:rPr>
              <a:t>               Department, and Basic Salary.</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5</a:t>
            </a:r>
            <a:r>
              <a:rPr dirty="0" sz="2400" lang="en-US">
                <a:latin typeface="Times New Roman" panose="02020603050405020304" pitchFamily="18" charset="0"/>
                <a:cs typeface="Times New Roman" panose="02020603050405020304" pitchFamily="18" charset="0"/>
              </a:rPr>
              <a:t>: Enter salary components such as allowances, bonuses, and deductions.</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6</a:t>
            </a:r>
            <a:r>
              <a:rPr dirty="0" sz="2400" lang="en-US">
                <a:latin typeface="Times New Roman" panose="02020603050405020304" pitchFamily="18" charset="0"/>
                <a:cs typeface="Times New Roman" panose="02020603050405020304" pitchFamily="18" charset="0"/>
              </a:rPr>
              <a:t>: Calculate the Gross Salary.</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7</a:t>
            </a:r>
            <a:r>
              <a:rPr dirty="0" sz="2400" lang="en-US">
                <a:latin typeface="Times New Roman" panose="02020603050405020304" pitchFamily="18" charset="0"/>
                <a:cs typeface="Times New Roman" panose="02020603050405020304" pitchFamily="18" charset="0"/>
              </a:rPr>
              <a:t>: Calculate the </a:t>
            </a:r>
            <a:r>
              <a:rPr b="1" dirty="0" sz="2400" lang="en-US">
                <a:latin typeface="Times New Roman" panose="02020603050405020304" pitchFamily="18" charset="0"/>
                <a:cs typeface="Times New Roman" panose="02020603050405020304" pitchFamily="18" charset="0"/>
              </a:rPr>
              <a:t> </a:t>
            </a:r>
            <a:r>
              <a:rPr dirty="0" sz="2400" lang="en-US">
                <a:latin typeface="Times New Roman" panose="02020603050405020304" pitchFamily="18" charset="0"/>
                <a:cs typeface="Times New Roman" panose="02020603050405020304" pitchFamily="18" charset="0"/>
              </a:rPr>
              <a:t>Net salary.</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8</a:t>
            </a:r>
            <a:r>
              <a:rPr dirty="0" sz="2400" lang="en-US">
                <a:latin typeface="Times New Roman" panose="02020603050405020304" pitchFamily="18" charset="0"/>
                <a:cs typeface="Times New Roman" panose="02020603050405020304" pitchFamily="18" charset="0"/>
              </a:rPr>
              <a:t>: Store or update the employee payroll details in the database.</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9</a:t>
            </a:r>
            <a:r>
              <a:rPr dirty="0" sz="2400" lang="en-US">
                <a:latin typeface="Times New Roman" panose="02020603050405020304" pitchFamily="18" charset="0"/>
                <a:cs typeface="Times New Roman" panose="02020603050405020304" pitchFamily="18" charset="0"/>
              </a:rPr>
              <a:t>: Display the employee salary details and payroll report.</a:t>
            </a:r>
          </a:p>
          <a:p>
            <a:pPr algn="just"/>
            <a:r>
              <a:rPr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Step 10</a:t>
            </a:r>
            <a:r>
              <a:rPr dirty="0" sz="2400" lang="en-US">
                <a:latin typeface="Times New Roman" panose="02020603050405020304" pitchFamily="18" charset="0"/>
                <a:cs typeface="Times New Roman" panose="02020603050405020304" pitchFamily="18" charset="0"/>
              </a:rPr>
              <a:t>: Exit the application.</a:t>
            </a:r>
          </a:p>
          <a:p>
            <a:pPr algn="just"/>
            <a:endParaRPr b="0" dirty="0" sz="2400" lang="en-IN">
              <a:latin typeface="Times New Roman" panose="02020603050405020304" pitchFamily="18" charset="0"/>
              <a:cs typeface="Times New Roman" panose="02020603050405020304" pitchFamily="18" charset="0"/>
            </a:endParaRPr>
          </a:p>
        </p:txBody>
      </p:sp>
      <p:sp>
        <p:nvSpPr>
          <p:cNvPr id="1048621"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22" name="Footer Placeholder 3"/>
          <p:cNvSpPr>
            <a:spLocks noGrp="1"/>
          </p:cNvSpPr>
          <p:nvPr>
            <p:ph type="ftr" sz="quarter" idx="2"/>
          </p:nvPr>
        </p:nvSpPr>
        <p:spPr/>
        <p:txBody>
          <a:bodyPr/>
          <a:p>
            <a:r>
              <a:rPr dirty="0" lang="en-US"/>
              <a:t>PBL Course Name: Object Oriented Programming through C++(2501CS08)     REVIEW-2</a:t>
            </a:r>
          </a:p>
        </p:txBody>
      </p:sp>
      <p:sp>
        <p:nvSpPr>
          <p:cNvPr id="1048623" name="Slide Number Placeholder 4"/>
          <p:cNvSpPr>
            <a:spLocks noGrp="1"/>
          </p:cNvSpPr>
          <p:nvPr>
            <p:ph type="sldNum" sz="quarter" idx="3"/>
          </p:nvPr>
        </p:nvSpPr>
        <p:spPr/>
        <p:txBody>
          <a:bodyPr/>
          <a:p>
            <a:fld id="{9359D16F-76A5-41BA-ADDD-CBF352B33DDD}" type="slidenum">
              <a:rPr lang="en-IN" smtClean="0"/>
              <a:t>7</a:t>
            </a:fld>
            <a:endParaRPr dirty="0" lang="en-IN"/>
          </a:p>
        </p:txBody>
      </p:sp>
      <p:sp>
        <p:nvSpPr>
          <p:cNvPr id="1048624" name="TextBox 6"/>
          <p:cNvSpPr txBox="1"/>
          <p:nvPr/>
        </p:nvSpPr>
        <p:spPr>
          <a:xfrm>
            <a:off x="1600200" y="433845"/>
            <a:ext cx="9000000" cy="535531"/>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Algorithm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25"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26" name="Footer Placeholder 3"/>
          <p:cNvSpPr>
            <a:spLocks noGrp="1"/>
          </p:cNvSpPr>
          <p:nvPr>
            <p:ph type="ftr" sz="quarter" idx="2"/>
          </p:nvPr>
        </p:nvSpPr>
        <p:spPr/>
        <p:txBody>
          <a:bodyPr/>
          <a:p>
            <a:r>
              <a:rPr dirty="0" lang="en-US"/>
              <a:t>PBL Course Name: Object Oriented Programming through C++(2501CS08)     REVIEW-2</a:t>
            </a:r>
          </a:p>
        </p:txBody>
      </p:sp>
      <p:sp>
        <p:nvSpPr>
          <p:cNvPr id="1048627" name="Slide Number Placeholder 4"/>
          <p:cNvSpPr>
            <a:spLocks noGrp="1"/>
          </p:cNvSpPr>
          <p:nvPr>
            <p:ph type="sldNum" sz="quarter" idx="3"/>
          </p:nvPr>
        </p:nvSpPr>
        <p:spPr/>
        <p:txBody>
          <a:bodyPr/>
          <a:p>
            <a:fld id="{9359D16F-76A5-41BA-ADDD-CBF352B33DDD}" type="slidenum">
              <a:rPr lang="en-IN" smtClean="0"/>
              <a:t>8</a:t>
            </a:fld>
            <a:endParaRPr dirty="0" lang="en-IN"/>
          </a:p>
        </p:txBody>
      </p:sp>
      <p:sp>
        <p:nvSpPr>
          <p:cNvPr id="1048628" name="TextBox 6"/>
          <p:cNvSpPr txBox="1"/>
          <p:nvPr/>
        </p:nvSpPr>
        <p:spPr>
          <a:xfrm>
            <a:off x="1600200" y="433845"/>
            <a:ext cx="9000000" cy="535531"/>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Flowchart</a:t>
            </a:r>
          </a:p>
        </p:txBody>
      </p:sp>
      <p:pic>
        <p:nvPicPr>
          <p:cNvPr id="2097154" name="Content Placeholder 13"/>
          <p:cNvPicPr>
            <a:picLocks noChangeAspect="1" noGrp="1"/>
          </p:cNvPicPr>
          <p:nvPr>
            <p:ph/>
          </p:nvPr>
        </p:nvPicPr>
        <p:blipFill>
          <a:blip xmlns:r="http://schemas.openxmlformats.org/officeDocument/2006/relationships" r:embed="rId1"/>
          <a:stretch>
            <a:fillRect/>
          </a:stretch>
        </p:blipFill>
        <p:spPr>
          <a:xfrm>
            <a:off x="4114800" y="1115126"/>
            <a:ext cx="4724400" cy="5095473"/>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29" name="Content Placeholder 1"/>
          <p:cNvSpPr>
            <a:spLocks noGrp="1"/>
          </p:cNvSpPr>
          <p:nvPr>
            <p:ph/>
          </p:nvPr>
        </p:nvSpPr>
        <p:spPr/>
        <p:txBody>
          <a:bodyPr>
            <a:noAutofit/>
          </a:bodyPr>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Employee Class – stores employee ID, name, department, designation, contact</a:t>
            </a:r>
          </a:p>
          <a:p>
            <a:pPr algn="just"/>
            <a:r>
              <a:rPr dirty="0" sz="2200" lang="en-US">
                <a:latin typeface="Times New Roman" panose="02020603050405020304" pitchFamily="18" charset="0"/>
                <a:cs typeface="Times New Roman" panose="02020603050405020304" pitchFamily="18" charset="0"/>
              </a:rPr>
              <a:t>        details, and joining date</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Attendance Class – records employee attendance, working hours, overtime, and   </a:t>
            </a:r>
          </a:p>
          <a:p>
            <a:pPr algn="just"/>
            <a:r>
              <a:rPr dirty="0" sz="2200" lang="en-US">
                <a:latin typeface="Times New Roman" panose="02020603050405020304" pitchFamily="18" charset="0"/>
                <a:cs typeface="Times New Roman" panose="02020603050405020304" pitchFamily="18" charset="0"/>
              </a:rPr>
              <a:t>        leave details</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Salary Class – stores basic salary, allowances, deductions, and calculates net salary</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Payroll Class – processes monthly payroll and maintains salary payment records</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Leave Class – manages employee leave requests, leave types, and approval status</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Salary Slip Class – generates salary slips containing employee and salary details</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Report Class – generates payroll, attendance, salary, and employee reports</a:t>
            </a:r>
          </a:p>
          <a:p>
            <a:pPr algn="just" indent="-457200" marL="914400">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 Admin Class – manages employee records, payroll data, users, and system</a:t>
            </a:r>
          </a:p>
          <a:p>
            <a:pPr algn="just"/>
            <a:r>
              <a:rPr dirty="0" sz="2200" lang="en-US">
                <a:latin typeface="Times New Roman" panose="02020603050405020304" pitchFamily="18" charset="0"/>
                <a:cs typeface="Times New Roman" panose="02020603050405020304" pitchFamily="18" charset="0"/>
              </a:rPr>
              <a:t>        operations</a:t>
            </a:r>
          </a:p>
          <a:p>
            <a:pPr algn="just" indent="-457200" marL="914400">
              <a:lnSpc>
                <a:spcPct val="150000"/>
              </a:lnSpc>
              <a:buFont typeface="Wingdings" panose="05000000000000000000" pitchFamily="2" charset="2"/>
              <a:buChar char="Ø"/>
            </a:pPr>
            <a:endParaRPr dirty="0" sz="2200" lang="en-IN">
              <a:latin typeface="Times New Roman" panose="02020603050405020304" pitchFamily="18" charset="0"/>
              <a:cs typeface="Times New Roman" panose="02020603050405020304" pitchFamily="18" charset="0"/>
            </a:endParaRPr>
          </a:p>
        </p:txBody>
      </p:sp>
      <p:sp>
        <p:nvSpPr>
          <p:cNvPr id="1048630"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31" name="Footer Placeholder 3"/>
          <p:cNvSpPr>
            <a:spLocks noGrp="1"/>
          </p:cNvSpPr>
          <p:nvPr>
            <p:ph type="ftr" sz="quarter" idx="2"/>
          </p:nvPr>
        </p:nvSpPr>
        <p:spPr/>
        <p:txBody>
          <a:bodyPr/>
          <a:p>
            <a:r>
              <a:rPr dirty="0" lang="en-US"/>
              <a:t>PBL Course Name: Object Oriented Programming through C++(2501CS08)     REVIEW-2</a:t>
            </a:r>
          </a:p>
        </p:txBody>
      </p:sp>
      <p:sp>
        <p:nvSpPr>
          <p:cNvPr id="1048632" name="Slide Number Placeholder 4"/>
          <p:cNvSpPr>
            <a:spLocks noGrp="1"/>
          </p:cNvSpPr>
          <p:nvPr>
            <p:ph type="sldNum" sz="quarter" idx="3"/>
          </p:nvPr>
        </p:nvSpPr>
        <p:spPr/>
        <p:txBody>
          <a:bodyPr/>
          <a:p>
            <a:fld id="{9359D16F-76A5-41BA-ADDD-CBF352B33DDD}" type="slidenum">
              <a:rPr lang="en-IN" smtClean="0"/>
              <a:t>9</a:t>
            </a:fld>
            <a:endParaRPr dirty="0" lang="en-IN"/>
          </a:p>
        </p:txBody>
      </p:sp>
      <p:sp>
        <p:nvSpPr>
          <p:cNvPr id="1048633" name="TextBox 6"/>
          <p:cNvSpPr txBox="1"/>
          <p:nvPr/>
        </p:nvSpPr>
        <p:spPr>
          <a:xfrm>
            <a:off x="1596000" y="433845"/>
            <a:ext cx="9000000" cy="525780"/>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Modules / Functionalities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37" name="Content Placeholder 1"/>
          <p:cNvSpPr>
            <a:spLocks noGrp="1"/>
          </p:cNvSpPr>
          <p:nvPr>
            <p:ph/>
          </p:nvPr>
        </p:nvSpPr>
        <p:spPr>
          <a:xfrm>
            <a:off x="0" y="2007492"/>
            <a:ext cx="11724790" cy="4986673"/>
          </a:xfrm>
        </p:spPr>
        <p:txBody>
          <a:bodyPr>
            <a:noAutofit/>
          </a:bodyPr>
          <a:p>
            <a:pPr algn="just" lvl="1"/>
            <a:r>
              <a:rPr dirty="0" sz="2200" lang="en-US">
                <a:latin typeface="Times New Roman" panose="02020603050405020304" pitchFamily="18" charset="0"/>
                <a:cs typeface="Times New Roman" panose="02020603050405020304" pitchFamily="18" charset="0"/>
              </a:rPr>
              <a:t>• </a:t>
            </a:r>
            <a:r>
              <a:rPr b="1" dirty="0" sz="2200" lang="en-US">
                <a:latin typeface="Times New Roman" panose="02020603050405020304" pitchFamily="18" charset="0"/>
                <a:cs typeface="Times New Roman" panose="02020603050405020304" pitchFamily="18" charset="0"/>
              </a:rPr>
              <a:t>Database Integration</a:t>
            </a:r>
            <a:r>
              <a:rPr dirty="0" sz="2200" lang="en-US">
                <a:latin typeface="Times New Roman" panose="02020603050405020304" pitchFamily="18" charset="0"/>
                <a:cs typeface="Times New Roman" panose="02020603050405020304" pitchFamily="18" charset="0"/>
              </a:rPr>
              <a:t> – Store employee and payroll records in a database for</a:t>
            </a:r>
          </a:p>
          <a:p>
            <a:pPr algn="just" lvl="1"/>
            <a:r>
              <a:rPr dirty="0" sz="2200" lang="en-US">
                <a:latin typeface="Times New Roman" panose="02020603050405020304" pitchFamily="18" charset="0"/>
                <a:cs typeface="Times New Roman" panose="02020603050405020304" pitchFamily="18" charset="0"/>
              </a:rPr>
              <a:t>  secure and efficient data management.</a:t>
            </a:r>
          </a:p>
          <a:p>
            <a:pPr algn="just" lvl="1"/>
            <a:r>
              <a:rPr dirty="0" sz="2200" lang="en-US">
                <a:latin typeface="Times New Roman" panose="02020603050405020304" pitchFamily="18" charset="0"/>
                <a:cs typeface="Times New Roman" panose="02020603050405020304" pitchFamily="18" charset="0"/>
              </a:rPr>
              <a:t>• </a:t>
            </a:r>
            <a:r>
              <a:rPr b="1" dirty="0" sz="2200" lang="en-US">
                <a:latin typeface="Times New Roman" panose="02020603050405020304" pitchFamily="18" charset="0"/>
                <a:cs typeface="Times New Roman" panose="02020603050405020304" pitchFamily="18" charset="0"/>
              </a:rPr>
              <a:t>User Login &amp; Authentication</a:t>
            </a:r>
            <a:r>
              <a:rPr dirty="0" sz="2200" lang="en-US">
                <a:latin typeface="Times New Roman" panose="02020603050405020304" pitchFamily="18" charset="0"/>
                <a:cs typeface="Times New Roman" panose="02020603050405020304" pitchFamily="18" charset="0"/>
              </a:rPr>
              <a:t> – Provide separate login access for HR</a:t>
            </a:r>
          </a:p>
          <a:p>
            <a:pPr algn="just" lvl="1"/>
            <a:r>
              <a:rPr dirty="0" sz="2200" lang="en-US">
                <a:latin typeface="Times New Roman" panose="02020603050405020304" pitchFamily="18" charset="0"/>
                <a:cs typeface="Times New Roman" panose="02020603050405020304" pitchFamily="18" charset="0"/>
              </a:rPr>
              <a:t>   managers, administrators, and employees.</a:t>
            </a:r>
          </a:p>
          <a:p>
            <a:pPr algn="just" lvl="1"/>
            <a:r>
              <a:rPr dirty="0" sz="2200" lang="en-US">
                <a:latin typeface="Times New Roman" panose="02020603050405020304" pitchFamily="18" charset="0"/>
                <a:cs typeface="Times New Roman" panose="02020603050405020304" pitchFamily="18" charset="0"/>
              </a:rPr>
              <a:t>• </a:t>
            </a:r>
            <a:r>
              <a:rPr b="1" dirty="0" sz="2200" lang="en-US">
                <a:latin typeface="Times New Roman" panose="02020603050405020304" pitchFamily="18" charset="0"/>
                <a:cs typeface="Times New Roman" panose="02020603050405020304" pitchFamily="18" charset="0"/>
              </a:rPr>
              <a:t>Employee Self-Service</a:t>
            </a:r>
            <a:r>
              <a:rPr dirty="0" sz="2200" lang="en-US">
                <a:latin typeface="Times New Roman" panose="02020603050405020304" pitchFamily="18" charset="0"/>
                <a:cs typeface="Times New Roman" panose="02020603050405020304" pitchFamily="18" charset="0"/>
              </a:rPr>
              <a:t> – Allow employees to view their salary details, </a:t>
            </a:r>
            <a:r>
              <a:rPr dirty="0" sz="2200" lang="en-US" err="1">
                <a:latin typeface="Times New Roman" panose="02020603050405020304" pitchFamily="18" charset="0"/>
                <a:cs typeface="Times New Roman" panose="02020603050405020304" pitchFamily="18" charset="0"/>
              </a:rPr>
              <a:t>payslips</a:t>
            </a:r>
            <a:r>
              <a:rPr dirty="0" sz="2200" lang="en-US">
                <a:latin typeface="Times New Roman" panose="02020603050405020304" pitchFamily="18" charset="0"/>
                <a:cs typeface="Times New Roman" panose="02020603050405020304" pitchFamily="18" charset="0"/>
              </a:rPr>
              <a:t>, attendance, and deductions.</a:t>
            </a:r>
          </a:p>
          <a:p>
            <a:pPr algn="just" lvl="1"/>
            <a:r>
              <a:rPr dirty="0" sz="2200" lang="en-US">
                <a:latin typeface="Times New Roman" panose="02020603050405020304" pitchFamily="18" charset="0"/>
                <a:cs typeface="Times New Roman" panose="02020603050405020304" pitchFamily="18" charset="0"/>
              </a:rPr>
              <a:t>• </a:t>
            </a:r>
            <a:r>
              <a:rPr b="1" dirty="0" sz="2200" lang="en-US">
                <a:latin typeface="Times New Roman" panose="02020603050405020304" pitchFamily="18" charset="0"/>
                <a:cs typeface="Times New Roman" panose="02020603050405020304" pitchFamily="18" charset="0"/>
              </a:rPr>
              <a:t>Automated Salary Calculation</a:t>
            </a:r>
            <a:r>
              <a:rPr dirty="0" sz="2200" lang="en-US">
                <a:latin typeface="Times New Roman" panose="02020603050405020304" pitchFamily="18" charset="0"/>
                <a:cs typeface="Times New Roman" panose="02020603050405020304" pitchFamily="18" charset="0"/>
              </a:rPr>
              <a:t> – Automatically calculate gross salary, deductions, taxes, bonuses, and net salary.</a:t>
            </a:r>
          </a:p>
          <a:p>
            <a:pPr algn="just" lvl="1"/>
            <a:r>
              <a:rPr dirty="0" sz="2200" lang="en-US">
                <a:latin typeface="Times New Roman" panose="02020603050405020304" pitchFamily="18" charset="0"/>
                <a:cs typeface="Times New Roman" panose="02020603050405020304" pitchFamily="18" charset="0"/>
              </a:rPr>
              <a:t>• </a:t>
            </a:r>
            <a:r>
              <a:rPr b="1" dirty="0" sz="2200" lang="en-US" err="1">
                <a:latin typeface="Times New Roman" panose="02020603050405020304" pitchFamily="18" charset="0"/>
                <a:cs typeface="Times New Roman" panose="02020603050405020304" pitchFamily="18" charset="0"/>
              </a:rPr>
              <a:t>Payslip</a:t>
            </a:r>
            <a:r>
              <a:rPr b="1" dirty="0" sz="2200" lang="en-US">
                <a:latin typeface="Times New Roman" panose="02020603050405020304" pitchFamily="18" charset="0"/>
                <a:cs typeface="Times New Roman" panose="02020603050405020304" pitchFamily="18" charset="0"/>
              </a:rPr>
              <a:t> Generation</a:t>
            </a:r>
            <a:r>
              <a:rPr dirty="0" sz="2200" lang="en-US">
                <a:latin typeface="Times New Roman" panose="02020603050405020304" pitchFamily="18" charset="0"/>
                <a:cs typeface="Times New Roman" panose="02020603050405020304" pitchFamily="18" charset="0"/>
              </a:rPr>
              <a:t> – Generate and download digital </a:t>
            </a:r>
            <a:r>
              <a:rPr dirty="0" sz="2200" lang="en-US" err="1">
                <a:latin typeface="Times New Roman" panose="02020603050405020304" pitchFamily="18" charset="0"/>
                <a:cs typeface="Times New Roman" panose="02020603050405020304" pitchFamily="18" charset="0"/>
              </a:rPr>
              <a:t>payslips</a:t>
            </a:r>
            <a:r>
              <a:rPr dirty="0" sz="2200" lang="en-US">
                <a:latin typeface="Times New Roman" panose="02020603050405020304" pitchFamily="18" charset="0"/>
                <a:cs typeface="Times New Roman" panose="02020603050405020304" pitchFamily="18" charset="0"/>
              </a:rPr>
              <a:t> for employees.</a:t>
            </a:r>
          </a:p>
          <a:p>
            <a:pPr algn="just" lvl="1"/>
            <a:r>
              <a:rPr dirty="0" sz="2200" lang="en-US">
                <a:latin typeface="Times New Roman" panose="02020603050405020304" pitchFamily="18" charset="0"/>
                <a:cs typeface="Times New Roman" panose="02020603050405020304" pitchFamily="18" charset="0"/>
              </a:rPr>
              <a:t>•</a:t>
            </a:r>
            <a:r>
              <a:rPr b="1" dirty="0" sz="2200" lang="en-US">
                <a:latin typeface="Times New Roman" panose="02020603050405020304" pitchFamily="18" charset="0"/>
                <a:cs typeface="Times New Roman" panose="02020603050405020304" pitchFamily="18" charset="0"/>
              </a:rPr>
              <a:t> Attendance &amp; Leave Management</a:t>
            </a:r>
            <a:r>
              <a:rPr dirty="0" sz="2200" lang="en-US">
                <a:latin typeface="Times New Roman" panose="02020603050405020304" pitchFamily="18" charset="0"/>
                <a:cs typeface="Times New Roman" panose="02020603050405020304" pitchFamily="18" charset="0"/>
              </a:rPr>
              <a:t> – Integrate attendance and leave records with payroll calculations.</a:t>
            </a:r>
            <a:endParaRPr dirty="0" sz="2200" lang="en-IN">
              <a:latin typeface="Times New Roman" panose="02020603050405020304" pitchFamily="18" charset="0"/>
              <a:cs typeface="Times New Roman" panose="02020603050405020304" pitchFamily="18" charset="0"/>
            </a:endParaRPr>
          </a:p>
        </p:txBody>
      </p:sp>
      <p:sp>
        <p:nvSpPr>
          <p:cNvPr id="1048638" name="Date Placeholder 2"/>
          <p:cNvSpPr>
            <a:spLocks noGrp="1"/>
          </p:cNvSpPr>
          <p:nvPr>
            <p:ph type="dt" sz="half" idx="1"/>
          </p:nvPr>
        </p:nvSpPr>
        <p:spPr/>
        <p:txBody>
          <a:bodyPr/>
          <a:p>
            <a:pPr algn="just"/>
            <a:fld id="{A4A026F9-4B12-44A3-954F-2C895BB9BCAE}" type="datetime1">
              <a:rPr lang="en-US" smtClean="0"/>
              <a:pPr algn="just"/>
              <a:t>9/29/2026</a:t>
            </a:fld>
            <a:endParaRPr dirty="0" lang="en-US"/>
          </a:p>
        </p:txBody>
      </p:sp>
      <p:sp>
        <p:nvSpPr>
          <p:cNvPr id="1048639" name="Footer Placeholder 3"/>
          <p:cNvSpPr>
            <a:spLocks noGrp="1"/>
          </p:cNvSpPr>
          <p:nvPr>
            <p:ph type="ftr" sz="quarter" idx="2"/>
          </p:nvPr>
        </p:nvSpPr>
        <p:spPr/>
        <p:txBody>
          <a:bodyPr/>
          <a:p>
            <a:pPr algn="just"/>
            <a:r>
              <a:rPr dirty="0" lang="en-US"/>
              <a:t>PBL Course Name: Object Oriented Programming through C++(2501CS08)     REVIEW-2</a:t>
            </a:r>
          </a:p>
        </p:txBody>
      </p:sp>
      <p:sp>
        <p:nvSpPr>
          <p:cNvPr id="1048640" name="Slide Number Placeholder 4"/>
          <p:cNvSpPr>
            <a:spLocks noGrp="1"/>
          </p:cNvSpPr>
          <p:nvPr>
            <p:ph type="sldNum" sz="quarter" idx="3"/>
          </p:nvPr>
        </p:nvSpPr>
        <p:spPr/>
        <p:txBody>
          <a:bodyPr/>
          <a:p>
            <a:pPr algn="just"/>
            <a:fld id="{9359D16F-76A5-41BA-ADDD-CBF352B33DDD}" type="slidenum">
              <a:rPr lang="en-IN" smtClean="0"/>
              <a:pPr algn="just"/>
              <a:t>10</a:t>
            </a:fld>
            <a:endParaRPr dirty="0" lang="en-IN"/>
          </a:p>
        </p:txBody>
      </p:sp>
      <p:sp>
        <p:nvSpPr>
          <p:cNvPr id="1048641" name="TextBox 6"/>
          <p:cNvSpPr txBox="1"/>
          <p:nvPr/>
        </p:nvSpPr>
        <p:spPr>
          <a:xfrm>
            <a:off x="4228858" y="589180"/>
            <a:ext cx="9000000" cy="535531"/>
          </a:xfrm>
          <a:prstGeom prst="rect"/>
          <a:noFill/>
        </p:spPr>
        <p:txBody>
          <a:bodyPr wrap="square">
            <a:spAutoFit/>
          </a:bodyPr>
          <a:p>
            <a:pPr algn="just"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Future Enhancements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45" name="Content Placeholder 1"/>
          <p:cNvSpPr>
            <a:spLocks noGrp="1"/>
          </p:cNvSpPr>
          <p:nvPr>
            <p:ph/>
          </p:nvPr>
        </p:nvSpPr>
        <p:spPr>
          <a:xfrm>
            <a:off x="695400" y="1397153"/>
            <a:ext cx="10515600" cy="4531419"/>
          </a:xfrm>
        </p:spPr>
        <p:txBody>
          <a:bodyPr>
            <a:noAutofit/>
          </a:bodyPr>
          <a:p>
            <a:pPr indent="-342900" marL="800100">
              <a:lnSpc>
                <a:spcPct val="1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The Employee Payroll System is designed to simplify and automate the process of managing   employee salaries and payroll records. It reduces manual calculations, minimizes errors, and provides quick access to employee salary information.</a:t>
            </a:r>
          </a:p>
          <a:p>
            <a:pPr>
              <a:lnSpc>
                <a:spcPct val="100000"/>
              </a:lnSpc>
            </a:pPr>
            <a:r>
              <a:rPr b="1" dirty="0" sz="2000" lang="en-US">
                <a:latin typeface="Times New Roman" panose="02020603050405020304" pitchFamily="18" charset="0"/>
                <a:cs typeface="Times New Roman" panose="02020603050405020304" pitchFamily="18" charset="0"/>
              </a:rPr>
              <a:t>Key benefits</a:t>
            </a:r>
            <a:r>
              <a:rPr dirty="0" sz="2000" lang="en-US">
                <a:latin typeface="Times New Roman" panose="02020603050405020304" pitchFamily="18" charset="0"/>
                <a:cs typeface="Times New Roman" panose="02020603050405020304" pitchFamily="18" charset="0"/>
              </a:rPr>
              <a:t>:</a:t>
            </a:r>
          </a:p>
          <a:p>
            <a:pPr indent="-342900" lvl="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Automates salary and deduction calculations. </a:t>
            </a:r>
          </a:p>
          <a:p>
            <a:pPr indent="-342900" lvl="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Maintains employee payroll records efficiently. </a:t>
            </a:r>
          </a:p>
          <a:p>
            <a:pPr indent="-342900" lvl="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Reduces paperwork and manual errors. </a:t>
            </a:r>
          </a:p>
          <a:p>
            <a:pPr indent="-342900" lvl="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Generates clear payroll reports and </a:t>
            </a:r>
            <a:r>
              <a:rPr dirty="0" sz="2000" lang="en-US" err="1">
                <a:latin typeface="Times New Roman" panose="02020603050405020304" pitchFamily="18" charset="0"/>
                <a:cs typeface="Times New Roman" panose="02020603050405020304" pitchFamily="18" charset="0"/>
              </a:rPr>
              <a:t>payslips</a:t>
            </a:r>
            <a:r>
              <a:rPr dirty="0" sz="2000" lang="en-US">
                <a:latin typeface="Times New Roman" panose="02020603050405020304" pitchFamily="18" charset="0"/>
                <a:cs typeface="Times New Roman" panose="02020603050405020304" pitchFamily="18" charset="0"/>
              </a:rPr>
              <a:t>. </a:t>
            </a:r>
          </a:p>
          <a:p>
            <a:pPr indent="-342900" lvl="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Provides a structured and user-friendly payroll management system. </a:t>
            </a:r>
          </a:p>
          <a:p>
            <a:pPr indent="-342900" marL="800100">
              <a:lnSpc>
                <a:spcPct val="100000"/>
              </a:lnSpc>
              <a:buFont typeface="Arial" panose="020B0604020202020204" pitchFamily="34" charset="0"/>
              <a:buChar char="•"/>
            </a:pPr>
            <a:r>
              <a:rPr dirty="0" sz="2000" lang="en-US">
                <a:latin typeface="Times New Roman" panose="02020603050405020304" pitchFamily="18" charset="0"/>
                <a:cs typeface="Times New Roman" panose="02020603050405020304" pitchFamily="18" charset="0"/>
              </a:rPr>
              <a:t>Overall, the system helps organizations manage payroll in a faster, accurate, and organized manner.</a:t>
            </a:r>
          </a:p>
          <a:p>
            <a:pPr algn="just">
              <a:lnSpc>
                <a:spcPct val="100000"/>
              </a:lnSpc>
            </a:pPr>
            <a:endParaRPr dirty="0" sz="2200" lang="en-IN">
              <a:latin typeface="Times New Roman" panose="02020603050405020304" pitchFamily="18" charset="0"/>
              <a:cs typeface="Times New Roman" panose="02020603050405020304" pitchFamily="18" charset="0"/>
            </a:endParaRPr>
          </a:p>
        </p:txBody>
      </p:sp>
      <p:sp>
        <p:nvSpPr>
          <p:cNvPr id="1048646"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47" name="Footer Placeholder 3"/>
          <p:cNvSpPr>
            <a:spLocks noGrp="1"/>
          </p:cNvSpPr>
          <p:nvPr>
            <p:ph type="ftr" sz="quarter" idx="2"/>
          </p:nvPr>
        </p:nvSpPr>
        <p:spPr/>
        <p:txBody>
          <a:bodyPr/>
          <a:p>
            <a:r>
              <a:rPr dirty="0" lang="en-US"/>
              <a:t>PBL Course Name: Object Oriented Programming through C++(2501CS08)     REVIEW-2</a:t>
            </a:r>
          </a:p>
        </p:txBody>
      </p:sp>
      <p:sp>
        <p:nvSpPr>
          <p:cNvPr id="1048648" name="Slide Number Placeholder 4"/>
          <p:cNvSpPr>
            <a:spLocks noGrp="1"/>
          </p:cNvSpPr>
          <p:nvPr>
            <p:ph type="sldNum" sz="quarter" idx="3"/>
          </p:nvPr>
        </p:nvSpPr>
        <p:spPr/>
        <p:txBody>
          <a:bodyPr/>
          <a:p>
            <a:fld id="{9359D16F-76A5-41BA-ADDD-CBF352B33DDD}" type="slidenum">
              <a:rPr lang="en-IN" smtClean="0"/>
              <a:t>11</a:t>
            </a:fld>
            <a:endParaRPr dirty="0" lang="en-IN"/>
          </a:p>
        </p:txBody>
      </p:sp>
      <p:sp>
        <p:nvSpPr>
          <p:cNvPr id="1048649" name="TextBox 6"/>
          <p:cNvSpPr txBox="1"/>
          <p:nvPr/>
        </p:nvSpPr>
        <p:spPr>
          <a:xfrm>
            <a:off x="1596000" y="433845"/>
            <a:ext cx="9000000" cy="535531"/>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Conclusion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50" name="Date Placeholder 2"/>
          <p:cNvSpPr>
            <a:spLocks noGrp="1"/>
          </p:cNvSpPr>
          <p:nvPr>
            <p:ph type="dt" sz="half" idx="1"/>
          </p:nvPr>
        </p:nvSpPr>
        <p:spPr/>
        <p:txBody>
          <a:bodyPr/>
          <a:p>
            <a:fld id="{A4A026F9-4B12-44A3-954F-2C895BB9BCAE}" type="datetime1">
              <a:rPr lang="en-US" smtClean="0"/>
              <a:t>9/29/2026</a:t>
            </a:fld>
            <a:endParaRPr dirty="0" lang="en-US"/>
          </a:p>
        </p:txBody>
      </p:sp>
      <p:sp>
        <p:nvSpPr>
          <p:cNvPr id="1048651" name="Footer Placeholder 3"/>
          <p:cNvSpPr>
            <a:spLocks noGrp="1"/>
          </p:cNvSpPr>
          <p:nvPr>
            <p:ph type="ftr" sz="quarter" idx="2"/>
          </p:nvPr>
        </p:nvSpPr>
        <p:spPr/>
        <p:txBody>
          <a:bodyPr/>
          <a:p>
            <a:r>
              <a:rPr dirty="0" lang="en-US"/>
              <a:t>PBL Course Name: Object Oriented Programming through C++(2501CS08)     REVIEW-2</a:t>
            </a:r>
          </a:p>
        </p:txBody>
      </p:sp>
      <p:sp>
        <p:nvSpPr>
          <p:cNvPr id="1048652" name="Slide Number Placeholder 4"/>
          <p:cNvSpPr>
            <a:spLocks noGrp="1"/>
          </p:cNvSpPr>
          <p:nvPr>
            <p:ph type="sldNum" sz="quarter" idx="3"/>
          </p:nvPr>
        </p:nvSpPr>
        <p:spPr/>
        <p:txBody>
          <a:bodyPr/>
          <a:p>
            <a:fld id="{9359D16F-76A5-41BA-ADDD-CBF352B33DDD}" type="slidenum">
              <a:rPr lang="en-IN" smtClean="0"/>
              <a:t>12</a:t>
            </a:fld>
            <a:endParaRPr dirty="0" lang="en-IN"/>
          </a:p>
        </p:txBody>
      </p:sp>
      <p:sp>
        <p:nvSpPr>
          <p:cNvPr id="1048653" name="TextBox 6"/>
          <p:cNvSpPr txBox="1"/>
          <p:nvPr/>
        </p:nvSpPr>
        <p:spPr>
          <a:xfrm>
            <a:off x="1596000" y="433845"/>
            <a:ext cx="9000000" cy="525780"/>
          </a:xfrm>
          <a:prstGeom prst="rect"/>
          <a:noFill/>
        </p:spPr>
        <p:txBody>
          <a:bodyPr wrap="square">
            <a:spAutoFit/>
          </a:bodyPr>
          <a:p>
            <a:pPr algn="ctr" lvl="0">
              <a:lnSpc>
                <a:spcPct val="90000"/>
              </a:lnSpc>
              <a:spcBef>
                <a:spcPct val="0"/>
              </a:spcBef>
            </a:pPr>
            <a:r>
              <a:rPr dirty="0" sz="3200" lang="en-GB">
                <a:solidFill>
                  <a:srgbClr val="0000FF"/>
                </a:solidFill>
                <a:latin typeface="Maiandra GD" panose="020E0502030308020204" pitchFamily="34" charset="0"/>
                <a:cs typeface="Aharoni" panose="02010803020104030203" pitchFamily="2" charset="-79"/>
              </a:rPr>
              <a:t>Role of Each Individual</a:t>
            </a:r>
          </a:p>
        </p:txBody>
      </p:sp>
      <p:graphicFrame>
        <p:nvGraphicFramePr>
          <p:cNvPr id="4194305" name="Table 7"/>
          <p:cNvGraphicFramePr>
            <a:graphicFrameLocks noGrp="1"/>
          </p:cNvGraphicFramePr>
          <p:nvPr/>
        </p:nvGraphicFramePr>
        <p:xfrm>
          <a:off x="914400" y="1920240"/>
          <a:ext cx="9418320" cy="3200400"/>
        </p:xfrm>
        <a:graphic>
          <a:graphicData uri="http://schemas.openxmlformats.org/drawingml/2006/table">
            <a:tbl>
              <a:tblPr firstRow="1" bandRow="1">
                <a:tableStyleId>{5C22544A-7EE6-4342-B048-85BDC9FD1C3A}</a:tableStyleId>
              </a:tblPr>
              <a:tblGrid>
                <a:gridCol w="1828800"/>
                <a:gridCol w="3017520"/>
                <a:gridCol w="4572000"/>
              </a:tblGrid>
              <a:tr h="640080">
                <a:tc>
                  <a:txBody>
                    <a:bodyPr/>
                    <a:p>
                      <a:r>
                        <a:rPr b="1" sz="1800">
                          <a:solidFill>
                            <a:srgbClr val="FFFFFF"/>
                          </a:solidFill>
                          <a:latin typeface="Times New Roman" panose="02020603050405020304" pitchFamily="18" charset="0"/>
                          <a:cs typeface="Times New Roman" panose="02020603050405020304" pitchFamily="18" charset="0"/>
                        </a:rPr>
                        <a:t>Roll No.</a:t>
                      </a:r>
                    </a:p>
                  </a:txBody>
                  <a:tcPr anchor="ctr">
                    <a:solidFill>
                      <a:srgbClr val="1F3A5F"/>
                    </a:solidFill>
                  </a:tcPr>
                </a:tc>
                <a:tc>
                  <a:txBody>
                    <a:bodyPr/>
                    <a:p>
                      <a:r>
                        <a:rPr b="1" sz="1800">
                          <a:solidFill>
                            <a:srgbClr val="FFFFFF"/>
                          </a:solidFill>
                          <a:latin typeface="Times New Roman" panose="02020603050405020304" pitchFamily="18" charset="0"/>
                          <a:cs typeface="Times New Roman" panose="02020603050405020304" pitchFamily="18" charset="0"/>
                        </a:rPr>
                        <a:t>Name</a:t>
                      </a:r>
                    </a:p>
                  </a:txBody>
                  <a:tcPr anchor="ctr">
                    <a:solidFill>
                      <a:srgbClr val="1F3A5F"/>
                    </a:solidFill>
                  </a:tcPr>
                </a:tc>
                <a:tc>
                  <a:txBody>
                    <a:bodyPr/>
                    <a:p>
                      <a:r>
                        <a:rPr b="1" sz="1800">
                          <a:solidFill>
                            <a:srgbClr val="FFFFFF"/>
                          </a:solidFill>
                          <a:latin typeface="Times New Roman" panose="02020603050405020304" pitchFamily="18" charset="0"/>
                          <a:cs typeface="Times New Roman" panose="02020603050405020304" pitchFamily="18" charset="0"/>
                        </a:rPr>
                        <a:t>Role / Responsibility</a:t>
                      </a:r>
                    </a:p>
                  </a:txBody>
                  <a:tcPr anchor="ctr">
                    <a:solidFill>
                      <a:srgbClr val="1F3A5F"/>
                    </a:solidFill>
                  </a:tcPr>
                </a:tc>
              </a:tr>
              <a:tr h="640080">
                <a:tc>
                  <a:txBody>
                    <a:bodyPr/>
                    <a:p>
                      <a:r>
                        <a:rPr b="0" dirty="0" sz="1800">
                          <a:solidFill>
                            <a:srgbClr val="222222"/>
                          </a:solidFill>
                          <a:latin typeface="Times New Roman" panose="02020603050405020304" pitchFamily="18" charset="0"/>
                          <a:cs typeface="Times New Roman" panose="02020603050405020304" pitchFamily="18" charset="0"/>
                        </a:rPr>
                        <a:t>25B11AIB60</a:t>
                      </a:r>
                    </a:p>
                  </a:txBody>
                  <a:tcPr anchor="ctr">
                    <a:solidFill>
                      <a:srgbClr val="FFFFFF"/>
                    </a:solidFill>
                  </a:tcPr>
                </a:tc>
                <a:tc>
                  <a:txBody>
                    <a:bodyPr/>
                    <a:p>
                      <a:r>
                        <a:rPr b="0" dirty="0" sz="1800" lang="en-US">
                          <a:solidFill>
                            <a:srgbClr val="222222"/>
                          </a:solidFill>
                          <a:latin typeface="Times New Roman" panose="02020603050405020304" pitchFamily="18" charset="0"/>
                          <a:cs typeface="Times New Roman" panose="02020603050405020304" pitchFamily="18" charset="0"/>
                        </a:rPr>
                        <a:t>Saila Harshith</a:t>
                      </a:r>
                      <a:endParaRPr b="0" dirty="0" sz="1800">
                        <a:solidFill>
                          <a:srgbClr val="222222"/>
                        </a:solidFill>
                        <a:latin typeface="Times New Roman" panose="02020603050405020304" pitchFamily="18" charset="0"/>
                        <a:cs typeface="Times New Roman" panose="02020603050405020304" pitchFamily="18" charset="0"/>
                      </a:endParaRPr>
                    </a:p>
                  </a:txBody>
                  <a:tcPr anchor="ctr">
                    <a:solidFill>
                      <a:srgbClr val="FFFFFF"/>
                    </a:solidFill>
                  </a:tcPr>
                </a:tc>
                <a:tc>
                  <a:txBody>
                    <a:bodyPr/>
                    <a:p>
                      <a:r>
                        <a:rPr b="0" dirty="0" sz="1800">
                          <a:solidFill>
                            <a:srgbClr val="222222"/>
                          </a:solidFill>
                          <a:latin typeface="Times New Roman" panose="02020603050405020304" pitchFamily="18" charset="0"/>
                          <a:cs typeface="Times New Roman" panose="02020603050405020304" pitchFamily="18" charset="0"/>
                        </a:rPr>
                        <a:t>Class design, Employee &amp; Payroll modules</a:t>
                      </a:r>
                    </a:p>
                  </a:txBody>
                  <a:tcPr anchor="ctr">
                    <a:solidFill>
                      <a:srgbClr val="FFFFFF"/>
                    </a:solidFill>
                  </a:tcPr>
                </a:tc>
              </a:tr>
              <a:tr h="640080">
                <a:tc>
                  <a:txBody>
                    <a:bodyPr/>
                    <a:p>
                      <a:r>
                        <a:rPr b="0" dirty="0" sz="1800">
                          <a:solidFill>
                            <a:srgbClr val="222222"/>
                          </a:solidFill>
                          <a:latin typeface="Times New Roman" panose="02020603050405020304" pitchFamily="18" charset="0"/>
                          <a:cs typeface="Times New Roman" panose="02020603050405020304" pitchFamily="18" charset="0"/>
                        </a:rPr>
                        <a:t>25B11AI230</a:t>
                      </a:r>
                    </a:p>
                  </a:txBody>
                  <a:tcPr anchor="ctr">
                    <a:solidFill>
                      <a:srgbClr val="EAF1F7"/>
                    </a:solidFill>
                  </a:tcPr>
                </a:tc>
                <a:tc>
                  <a:txBody>
                    <a:bodyPr/>
                    <a:p>
                      <a:r>
                        <a:rPr b="0" dirty="0" sz="1800" lang="en-US">
                          <a:solidFill>
                            <a:srgbClr val="222222"/>
                          </a:solidFill>
                          <a:latin typeface="Times New Roman" panose="02020603050405020304" pitchFamily="18" charset="0"/>
                          <a:cs typeface="Times New Roman" panose="02020603050405020304" pitchFamily="18" charset="0"/>
                        </a:rPr>
                        <a:t>Chitturi Devi Sri Prasad</a:t>
                      </a:r>
                      <a:endParaRPr b="0" dirty="0" sz="1800">
                        <a:solidFill>
                          <a:srgbClr val="222222"/>
                        </a:solidFill>
                        <a:latin typeface="Times New Roman" panose="02020603050405020304" pitchFamily="18" charset="0"/>
                        <a:cs typeface="Times New Roman" panose="02020603050405020304" pitchFamily="18" charset="0"/>
                      </a:endParaRPr>
                    </a:p>
                  </a:txBody>
                  <a:tcPr anchor="ctr">
                    <a:solidFill>
                      <a:srgbClr val="EAF1F7"/>
                    </a:solidFill>
                  </a:tcPr>
                </a:tc>
                <a:tc>
                  <a:txBody>
                    <a:bodyPr/>
                    <a:p>
                      <a:r>
                        <a:rPr b="0" sz="1800">
                          <a:solidFill>
                            <a:srgbClr val="222222"/>
                          </a:solidFill>
                          <a:latin typeface="Times New Roman" panose="02020603050405020304" pitchFamily="18" charset="0"/>
                          <a:cs typeface="Times New Roman" panose="02020603050405020304" pitchFamily="18" charset="0"/>
                        </a:rPr>
                        <a:t>Coding – core modules &amp; file handling</a:t>
                      </a:r>
                    </a:p>
                  </a:txBody>
                  <a:tcPr anchor="ctr">
                    <a:solidFill>
                      <a:srgbClr val="EAF1F7"/>
                    </a:solidFill>
                  </a:tcPr>
                </a:tc>
              </a:tr>
              <a:tr h="640080">
                <a:tc>
                  <a:txBody>
                    <a:bodyPr/>
                    <a:p>
                      <a:r>
                        <a:rPr b="0" dirty="0" sz="1800">
                          <a:solidFill>
                            <a:srgbClr val="222222"/>
                          </a:solidFill>
                          <a:latin typeface="Times New Roman" panose="02020603050405020304" pitchFamily="18" charset="0"/>
                          <a:cs typeface="Times New Roman" panose="02020603050405020304" pitchFamily="18" charset="0"/>
                        </a:rPr>
                        <a:t>25B11AI963</a:t>
                      </a:r>
                    </a:p>
                  </a:txBody>
                  <a:tcPr anchor="ctr">
                    <a:solidFill>
                      <a:srgbClr val="FFFFFF"/>
                    </a:solidFill>
                  </a:tcPr>
                </a:tc>
                <a:tc>
                  <a:txBody>
                    <a:bodyPr/>
                    <a:p>
                      <a:r>
                        <a:rPr b="0" dirty="0" sz="1800" err="1">
                          <a:solidFill>
                            <a:srgbClr val="222222"/>
                          </a:solidFill>
                          <a:latin typeface="Times New Roman" panose="02020603050405020304" pitchFamily="18" charset="0"/>
                          <a:cs typeface="Times New Roman" panose="02020603050405020304" pitchFamily="18" charset="0"/>
                        </a:rPr>
                        <a:t>Pithani</a:t>
                      </a:r>
                      <a:r>
                        <a:rPr b="0" dirty="0" sz="1800">
                          <a:solidFill>
                            <a:srgbClr val="222222"/>
                          </a:solidFill>
                          <a:latin typeface="Times New Roman" panose="02020603050405020304" pitchFamily="18" charset="0"/>
                          <a:cs typeface="Times New Roman" panose="02020603050405020304" pitchFamily="18" charset="0"/>
                        </a:rPr>
                        <a:t> Bharath Mahesh</a:t>
                      </a:r>
                    </a:p>
                  </a:txBody>
                  <a:tcPr anchor="ctr">
                    <a:solidFill>
                      <a:srgbClr val="FFFFFF"/>
                    </a:solidFill>
                  </a:tcPr>
                </a:tc>
                <a:tc>
                  <a:txBody>
                    <a:bodyPr/>
                    <a:p>
                      <a:r>
                        <a:rPr b="0" dirty="0" sz="1800">
                          <a:solidFill>
                            <a:srgbClr val="222222"/>
                          </a:solidFill>
                          <a:latin typeface="Times New Roman" panose="02020603050405020304" pitchFamily="18" charset="0"/>
                          <a:cs typeface="Times New Roman" panose="02020603050405020304" pitchFamily="18" charset="0"/>
                        </a:rPr>
                        <a:t>Testing, debugging &amp; salary calculation</a:t>
                      </a:r>
                    </a:p>
                  </a:txBody>
                  <a:tcPr anchor="ctr">
                    <a:solidFill>
                      <a:srgbClr val="FFFFFF"/>
                    </a:solidFill>
                  </a:tcPr>
                </a:tc>
              </a:tr>
              <a:tr h="640080">
                <a:tc>
                  <a:txBody>
                    <a:bodyPr/>
                    <a:p>
                      <a:r>
                        <a:rPr b="0" dirty="0" sz="1800">
                          <a:solidFill>
                            <a:srgbClr val="222222"/>
                          </a:solidFill>
                          <a:latin typeface="Times New Roman" panose="02020603050405020304" pitchFamily="18" charset="0"/>
                          <a:cs typeface="Times New Roman" panose="02020603050405020304" pitchFamily="18" charset="0"/>
                        </a:rPr>
                        <a:t>26B21AI045</a:t>
                      </a:r>
                    </a:p>
                  </a:txBody>
                  <a:tcPr anchor="ctr">
                    <a:solidFill>
                      <a:srgbClr val="EAF1F7"/>
                    </a:solidFill>
                  </a:tcPr>
                </a:tc>
                <a:tc>
                  <a:txBody>
                    <a:bodyPr/>
                    <a:p>
                      <a:r>
                        <a:rPr b="0" dirty="0" sz="1800" lang="en-US" err="1">
                          <a:solidFill>
                            <a:srgbClr val="222222"/>
                          </a:solidFill>
                          <a:latin typeface="Times New Roman" panose="02020603050405020304" pitchFamily="18" charset="0"/>
                          <a:cs typeface="Times New Roman" panose="02020603050405020304" pitchFamily="18" charset="0"/>
                        </a:rPr>
                        <a:t>Innamuri</a:t>
                      </a:r>
                      <a:r>
                        <a:rPr b="0" dirty="0" sz="1800" lang="en-US">
                          <a:solidFill>
                            <a:srgbClr val="222222"/>
                          </a:solidFill>
                          <a:latin typeface="Times New Roman" panose="02020603050405020304" pitchFamily="18" charset="0"/>
                          <a:cs typeface="Times New Roman" panose="02020603050405020304" pitchFamily="18" charset="0"/>
                        </a:rPr>
                        <a:t> Karthik</a:t>
                      </a:r>
                      <a:endParaRPr b="0" dirty="0" sz="1800">
                        <a:solidFill>
                          <a:srgbClr val="222222"/>
                        </a:solidFill>
                        <a:latin typeface="Times New Roman" panose="02020603050405020304" pitchFamily="18" charset="0"/>
                        <a:cs typeface="Times New Roman" panose="02020603050405020304" pitchFamily="18" charset="0"/>
                      </a:endParaRPr>
                    </a:p>
                  </a:txBody>
                  <a:tcPr anchor="ctr">
                    <a:solidFill>
                      <a:srgbClr val="EAF1F7"/>
                    </a:solidFill>
                  </a:tcPr>
                </a:tc>
                <a:tc>
                  <a:txBody>
                    <a:bodyPr/>
                    <a:p>
                      <a:r>
                        <a:rPr b="0" dirty="0" sz="1800">
                          <a:solidFill>
                            <a:srgbClr val="222222"/>
                          </a:solidFill>
                          <a:latin typeface="Times New Roman" panose="02020603050405020304" pitchFamily="18" charset="0"/>
                          <a:cs typeface="Times New Roman" panose="02020603050405020304" pitchFamily="18" charset="0"/>
                        </a:rPr>
                        <a:t>UI design, documentation &amp; presentation</a:t>
                      </a:r>
                    </a:p>
                  </a:txBody>
                  <a:tcPr anchor="ctr">
                    <a:solidFill>
                      <a:srgbClr val="EAF1F7"/>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pic>
        <p:nvPicPr>
          <p:cNvPr id="2097155" name="Content Placeholder 3"/>
          <p:cNvPicPr>
            <a:picLocks noChangeAspect="1" noGrp="1"/>
          </p:cNvPicPr>
          <p:nvPr>
            <p:ph/>
          </p:nvPr>
        </p:nvPicPr>
        <p:blipFill>
          <a:blip xmlns:r="http://schemas.openxmlformats.org/officeDocument/2006/relationships" r:embed="rId1"/>
          <a:stretch>
            <a:fillRect/>
          </a:stretch>
        </p:blipFill>
        <p:spPr>
          <a:xfrm>
            <a:off x="1752600" y="1109886"/>
            <a:ext cx="9525000" cy="5367114"/>
          </a:xfrm>
        </p:spPr>
      </p:pic>
      <p:sp>
        <p:nvSpPr>
          <p:cNvPr id="1048654" name="Footer Placeholder 1"/>
          <p:cNvSpPr>
            <a:spLocks noGrp="1"/>
          </p:cNvSpPr>
          <p:nvPr>
            <p:ph type="ftr" sz="quarter" idx="2"/>
          </p:nvPr>
        </p:nvSpPr>
        <p:spPr/>
        <p:txBody>
          <a:bodyPr/>
          <a:p>
            <a:r>
              <a:rPr dirty="0" lang="en-US"/>
              <a:t>PBL Course Name: Object Oriented Programming through C++(2501CS08)     REVIEW-2</a:t>
            </a:r>
          </a:p>
        </p:txBody>
      </p:sp>
      <p:sp>
        <p:nvSpPr>
          <p:cNvPr id="1048655" name="Date Placeholder 2"/>
          <p:cNvSpPr>
            <a:spLocks noGrp="1"/>
          </p:cNvSpPr>
          <p:nvPr>
            <p:ph type="dt" sz="half" idx="1"/>
          </p:nvPr>
        </p:nvSpPr>
        <p:spPr/>
        <p:txBody>
          <a:bodyPr/>
          <a:p>
            <a:fld id="{3383F8C5-9DCC-4575-9E47-831DF7A3DFC7}" type="datetime1">
              <a:rPr lang="en-US" smtClean="0"/>
              <a:t>9/29/2026</a:t>
            </a:fld>
            <a:endParaRPr dirty="0" lang="en-US"/>
          </a:p>
        </p:txBody>
      </p:sp>
      <p:sp>
        <p:nvSpPr>
          <p:cNvPr id="1048656" name="Slide Number Placeholder 4"/>
          <p:cNvSpPr>
            <a:spLocks noGrp="1"/>
          </p:cNvSpPr>
          <p:nvPr>
            <p:ph type="sldNum" sz="quarter" idx="3"/>
          </p:nvPr>
        </p:nvSpPr>
        <p:spPr/>
        <p:txBody>
          <a:bodyPr/>
          <a:p>
            <a:fld id="{9359D16F-76A5-41BA-ADDD-CBF352B33DDD}" type="slidenum">
              <a:rPr lang="en-IN" smtClean="0"/>
              <a:t>13</a:t>
            </a:fld>
            <a:endParaRPr dirty="0" lang="en-IN"/>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Company</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Slide 1</dc:title>
  <dc:creator>Harshith Saila</dc:creator>
  <cp:lastModifiedBy>Chitturi Prasad</cp:lastModifiedBy>
  <dcterms:created xsi:type="dcterms:W3CDTF">2025-05-29T02:02:32Z</dcterms:created>
  <dcterms:modified xsi:type="dcterms:W3CDTF">2026-09-29T03:56:55Z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5695090bf38d45d4851da36b2498170d_23</vt:lpwstr>
  </property>
</Properties>
</file>